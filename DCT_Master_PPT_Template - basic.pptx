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fntdata" ContentType="application/x-fontdata"/>
  <Default Extension="xml" ContentType="application/xml"/>
  <Default Extension="xlsx" ContentType="application/vnd.openxmlformats-officedocument.spreadsheetml.sheet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5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authors.xml" ContentType="application/vnd.ms-powerpoint.authors+xml"/>
  <Override PartName="/ppt/charts/style1.xml" ContentType="application/vnd.ms-office.chartstyle+xml"/>
  <Override PartName="/ppt/charts/chart1.xml" ContentType="application/vnd.openxmlformats-officedocument.drawingml.chart+xml"/>
  <Override PartName="/ppt/theme/theme2.xml" ContentType="application/vnd.openxmlformats-officedocument.theme+xml"/>
  <Override PartName="/ppt/charts/colors1.xml" ContentType="application/vnd.ms-office.chartcolorstyl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3"/>
  </p:sldMasterIdLst>
  <p:notesMasterIdLst>
    <p:notesMasterId r:id="rId23"/>
  </p:notesMasterIdLst>
  <p:sldIdLst>
    <p:sldId id="306" r:id="rId4"/>
    <p:sldId id="305" r:id="rId5"/>
    <p:sldId id="313" r:id="rId6"/>
    <p:sldId id="307" r:id="rId7"/>
    <p:sldId id="260" r:id="rId8"/>
    <p:sldId id="261" r:id="rId9"/>
    <p:sldId id="262" r:id="rId10"/>
    <p:sldId id="264" r:id="rId11"/>
    <p:sldId id="267" r:id="rId12"/>
    <p:sldId id="275" r:id="rId13"/>
    <p:sldId id="281" r:id="rId14"/>
    <p:sldId id="282" r:id="rId15"/>
    <p:sldId id="284" r:id="rId16"/>
    <p:sldId id="286" r:id="rId17"/>
    <p:sldId id="290" r:id="rId18"/>
    <p:sldId id="291" r:id="rId19"/>
    <p:sldId id="292" r:id="rId20"/>
    <p:sldId id="293" r:id="rId21"/>
    <p:sldId id="296" r:id="rId22"/>
  </p:sldIdLst>
  <p:sldSz cx="12192000" cy="6858000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orporate S" pitchFamily="2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EF25C04-C323-BFC1-1140-156572D3D18F}" name="Mira Al-Abdulla" initials="MA" userId="S::ma20702@dctabudhabi.ae::33a4de57-517b-4f0f-88c5-2956f07f0e9d" providerId="AD"/>
  <p188:author id="{C391232D-5C3D-D2B4-3B20-4A3F4A8DC89E}" name="Alina Kotova" initials="AK" userId="S::akotova@prophet.com::bd11aae4-4a89-4487-8ee3-89afe6632f0d" providerId="AD"/>
  <p188:author id="{C5E682A3-7100-B62E-5D55-CED54F597C4A}" name="Imane Zebrini" initials="IZ" userId="S::iz20625@dctabudhabi.ae::8b2623ad-8fbe-4a04-bd68-637ab496793f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2DE"/>
    <a:srgbClr val="E3DC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78" autoAdjust="0"/>
    <p:restoredTop sz="94660"/>
  </p:normalViewPr>
  <p:slideViewPr>
    <p:cSldViewPr snapToGrid="0" snapToObjects="1" showGuides="1">
      <p:cViewPr varScale="1">
        <p:scale>
          <a:sx n="104" d="100"/>
          <a:sy n="104" d="100"/>
        </p:scale>
        <p:origin x="1072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3.fntdata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microsoft.com/office/2018/10/relationships/authors" Target="author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font" Target="fonts/font8.fntdata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4387376684139908"/>
          <c:y val="2.8936334058487188E-2"/>
          <c:w val="0.77757817462258616"/>
          <c:h val="0.78553010030225434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51E-4D59-938C-E53DCC25C6DB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811-4671-88D1-8C380EBD9E3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7811-4671-88D1-8C380EBD9E33}"/>
              </c:ext>
            </c:extLst>
          </c:dPt>
          <c:dPt>
            <c:idx val="3"/>
            <c:invertIfNegative val="0"/>
            <c:bubble3D val="0"/>
            <c:spPr>
              <a:solidFill>
                <a:schemeClr val="bg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C51E-4D59-938C-E53DCC25C6DB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51E-4D59-938C-E53DCC25C6DB}"/>
              </c:ext>
            </c:extLst>
          </c:dPt>
          <c:cat>
            <c:numRef>
              <c:f>Sheet1!$A$2:$A$6</c:f>
              <c:numCache>
                <c:formatCode>General</c:formatCode>
                <c:ptCount val="5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395</c:v>
                </c:pt>
                <c:pt idx="1">
                  <c:v>490</c:v>
                </c:pt>
                <c:pt idx="2">
                  <c:v>680</c:v>
                </c:pt>
                <c:pt idx="3">
                  <c:v>390</c:v>
                </c:pt>
                <c:pt idx="4">
                  <c:v>888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1E-4D59-938C-E53DCC25C6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63876928"/>
        <c:axId val="1163879424"/>
      </c:barChart>
      <c:catAx>
        <c:axId val="1163876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1163879424"/>
        <c:crosses val="autoZero"/>
        <c:auto val="1"/>
        <c:lblAlgn val="ctr"/>
        <c:lblOffset val="100"/>
        <c:noMultiLvlLbl val="0"/>
      </c:catAx>
      <c:valAx>
        <c:axId val="11638794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bg1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AE"/>
          </a:p>
        </c:txPr>
        <c:crossAx val="1163876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9183212643707243"/>
          <c:y val="0.9375715688350692"/>
          <c:w val="0.61633555970505205"/>
          <c:h val="4.775850451456404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A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A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0D3385-B850-43AD-BE63-0E47533B1783}" type="datetimeFigureOut">
              <a:rPr lang="en-US" smtClean="0"/>
              <a:t>4/7/23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BD4D40-A45D-43EA-B4F6-03840C3385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927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itable 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7BED34-C8C2-879A-F655-A635B8AA62B2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6F78A03E-01CD-A52E-2F4C-91901DC8971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80213" y="1470991"/>
            <a:ext cx="4724400" cy="472978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45543-C494-6DE2-F986-7BCF3FBC3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642" y="308567"/>
            <a:ext cx="4419908" cy="2612898"/>
          </a:xfrm>
        </p:spPr>
        <p:txBody>
          <a:bodyPr anchor="t" anchorCtr="0"/>
          <a:lstStyle>
            <a:lvl1pPr algn="l">
              <a:lnSpc>
                <a:spcPct val="83000"/>
              </a:lnSpc>
              <a:defRPr sz="5000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EA4AB6-2D72-11BA-21EC-76ABFF5E3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992" y="4353824"/>
            <a:ext cx="3691052" cy="1228323"/>
          </a:xfrm>
        </p:spPr>
        <p:txBody>
          <a:bodyPr/>
          <a:lstStyle>
            <a:lvl1pPr marL="0" indent="0" algn="l">
              <a:spcBef>
                <a:spcPts val="400"/>
              </a:spcBef>
              <a:buNone/>
              <a:defRPr sz="2500" cap="none" spc="0" baseline="0">
                <a:solidFill>
                  <a:schemeClr val="tx1"/>
                </a:solidFill>
              </a:defRPr>
            </a:lvl1pPr>
            <a:lvl2pPr marL="0" indent="0" algn="l">
              <a:spcBef>
                <a:spcPts val="400"/>
              </a:spcBef>
              <a:buNone/>
              <a:defRPr sz="2000">
                <a:solidFill>
                  <a:schemeClr val="tx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  <a:p>
            <a:pPr lvl="1"/>
            <a:r>
              <a:rPr lang="en-US" dirty="0"/>
              <a:t>L2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3576CD2-81DD-8B02-F1EF-AB6A25A18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34719" y="359387"/>
            <a:ext cx="2592000" cy="88722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EF2F0-52CA-51BD-D2B1-E13F7CD8C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8591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itable Title Slide Daw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7BED34-C8C2-879A-F655-A635B8AA62B2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3576CD2-81DD-8B02-F1EF-AB6A25A18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34719" y="359387"/>
            <a:ext cx="2592000" cy="8872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8D62997-21ED-27A6-7298-DDC791D8F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642" y="308567"/>
            <a:ext cx="4419908" cy="2612898"/>
          </a:xfrm>
        </p:spPr>
        <p:txBody>
          <a:bodyPr anchor="t" anchorCtr="0"/>
          <a:lstStyle>
            <a:lvl1pPr algn="l">
              <a:lnSpc>
                <a:spcPct val="83000"/>
              </a:lnSpc>
              <a:defRPr sz="5000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3551D1D-3B59-05E9-0D79-CAC859953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992" y="4353824"/>
            <a:ext cx="3691052" cy="1228323"/>
          </a:xfrm>
        </p:spPr>
        <p:txBody>
          <a:bodyPr/>
          <a:lstStyle>
            <a:lvl1pPr marL="0" indent="0" algn="l">
              <a:spcBef>
                <a:spcPts val="400"/>
              </a:spcBef>
              <a:buNone/>
              <a:defRPr sz="2500" cap="none" spc="0" baseline="0">
                <a:solidFill>
                  <a:schemeClr val="tx1"/>
                </a:solidFill>
              </a:defRPr>
            </a:lvl1pPr>
            <a:lvl2pPr marL="0" indent="0" algn="l">
              <a:spcBef>
                <a:spcPts val="400"/>
              </a:spcBef>
              <a:buNone/>
              <a:defRPr sz="2000">
                <a:solidFill>
                  <a:schemeClr val="tx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  <a:p>
            <a:pPr lvl="1"/>
            <a:r>
              <a:rPr lang="en-US" dirty="0"/>
              <a:t>L2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36F9E5-FEE5-68E6-E24D-68982D5BB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CE0DECFC-FC68-E8A9-3B0A-DFC6DE3B01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780213" y="1470991"/>
            <a:ext cx="4724400" cy="4729784"/>
          </a:xfrm>
        </p:spPr>
        <p:txBody>
          <a:bodyPr/>
          <a:lstStyle>
            <a:lvl1pPr>
              <a:defRPr b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19825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44" userDrawn="1">
          <p15:clr>
            <a:srgbClr val="FBAE40"/>
          </p15:clr>
        </p15:guide>
        <p15:guide id="2" orient="horz" pos="3906" userDrawn="1">
          <p15:clr>
            <a:srgbClr val="FBAE40"/>
          </p15:clr>
        </p15:guide>
        <p15:guide id="3" pos="4271" userDrawn="1">
          <p15:clr>
            <a:srgbClr val="FBAE40"/>
          </p15:clr>
        </p15:guide>
        <p15:guide id="4" pos="725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7BED34-C8C2-879A-F655-A635B8AA62B2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E45543-C494-6DE2-F986-7BCF3FBC3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642" y="308567"/>
            <a:ext cx="4419908" cy="2612898"/>
          </a:xfrm>
        </p:spPr>
        <p:txBody>
          <a:bodyPr anchor="t" anchorCtr="0"/>
          <a:lstStyle>
            <a:lvl1pPr algn="l">
              <a:lnSpc>
                <a:spcPct val="83000"/>
              </a:lnSpc>
              <a:defRPr sz="5000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EA4AB6-2D72-11BA-21EC-76ABFF5E3B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992" y="4353824"/>
            <a:ext cx="3691052" cy="1228323"/>
          </a:xfrm>
        </p:spPr>
        <p:txBody>
          <a:bodyPr/>
          <a:lstStyle>
            <a:lvl1pPr marL="0" indent="0" algn="l">
              <a:spcBef>
                <a:spcPts val="400"/>
              </a:spcBef>
              <a:buNone/>
              <a:defRPr sz="2500" cap="none" spc="0" baseline="0">
                <a:solidFill>
                  <a:schemeClr val="tx1"/>
                </a:solidFill>
              </a:defRPr>
            </a:lvl1pPr>
            <a:lvl2pPr marL="0" indent="0" algn="l">
              <a:spcBef>
                <a:spcPts val="400"/>
              </a:spcBef>
              <a:buNone/>
              <a:defRPr sz="2000">
                <a:solidFill>
                  <a:schemeClr val="tx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  <a:p>
            <a:pPr lvl="1"/>
            <a:r>
              <a:rPr lang="en-US" dirty="0"/>
              <a:t>L2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3576CD2-81DD-8B02-F1EF-AB6A25A18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34719" y="359387"/>
            <a:ext cx="2592000" cy="887228"/>
          </a:xfrm>
          <a:prstGeom prst="rect">
            <a:avLst/>
          </a:prstGeom>
        </p:spPr>
      </p:pic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129A5162-B71E-3CBD-08AA-9EFB3913E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19471A7F-5B70-6BF0-9F1A-D7CD1CD855B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582"/>
          <a:stretch/>
        </p:blipFill>
        <p:spPr>
          <a:xfrm>
            <a:off x="7692352" y="1606002"/>
            <a:ext cx="4522089" cy="459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4922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Dawn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7BED34-C8C2-879A-F655-A635B8AA62B2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Icon&#10;&#10;Description automatically generated">
            <a:extLst>
              <a:ext uri="{FF2B5EF4-FFF2-40B4-BE49-F238E27FC236}">
                <a16:creationId xmlns:a16="http://schemas.microsoft.com/office/drawing/2014/main" id="{645A0AB1-B79D-AA17-C2DC-4DEE1934E3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582"/>
          <a:stretch/>
        </p:blipFill>
        <p:spPr>
          <a:xfrm>
            <a:off x="7692352" y="1606002"/>
            <a:ext cx="4522089" cy="4594774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E3576CD2-81DD-8B02-F1EF-AB6A25A1836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234719" y="359387"/>
            <a:ext cx="2592000" cy="8872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8D62997-21ED-27A6-7298-DDC791D8F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642" y="308567"/>
            <a:ext cx="4419908" cy="2612898"/>
          </a:xfrm>
        </p:spPr>
        <p:txBody>
          <a:bodyPr anchor="t" anchorCtr="0"/>
          <a:lstStyle>
            <a:lvl1pPr algn="l">
              <a:lnSpc>
                <a:spcPct val="83000"/>
              </a:lnSpc>
              <a:defRPr sz="5000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73551D1D-3B59-05E9-0D79-CAC8599535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992" y="4353824"/>
            <a:ext cx="3691052" cy="1228323"/>
          </a:xfrm>
        </p:spPr>
        <p:txBody>
          <a:bodyPr/>
          <a:lstStyle>
            <a:lvl1pPr marL="0" indent="0" algn="l">
              <a:spcBef>
                <a:spcPts val="400"/>
              </a:spcBef>
              <a:buNone/>
              <a:defRPr sz="2500" cap="none" spc="0" baseline="0">
                <a:solidFill>
                  <a:schemeClr val="tx1"/>
                </a:solidFill>
              </a:defRPr>
            </a:lvl1pPr>
            <a:lvl2pPr marL="0" indent="0" algn="l">
              <a:spcBef>
                <a:spcPts val="400"/>
              </a:spcBef>
              <a:buNone/>
              <a:defRPr sz="2000">
                <a:solidFill>
                  <a:schemeClr val="tx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  <a:p>
            <a:pPr lvl="1"/>
            <a:r>
              <a:rPr lang="en-US" dirty="0"/>
              <a:t>L2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4C0340-9E7C-B200-7157-77D78EBE3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25894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66" userDrawn="1">
          <p15:clr>
            <a:srgbClr val="FBAE40"/>
          </p15:clr>
        </p15:guide>
        <p15:guide id="2" orient="horz" pos="3906" userDrawn="1">
          <p15:clr>
            <a:srgbClr val="FBAE40"/>
          </p15:clr>
        </p15:guide>
        <p15:guide id="3" pos="4271" userDrawn="1">
          <p15:clr>
            <a:srgbClr val="FBAE40"/>
          </p15:clr>
        </p15:guide>
        <p15:guide id="4" pos="7255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986BD90-23E0-3FA6-13F7-601F38D6A1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32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771419C-D888-13FF-E42F-4D77BBE3B6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7992" y="4818644"/>
            <a:ext cx="3691052" cy="1228323"/>
          </a:xfrm>
        </p:spPr>
        <p:txBody>
          <a:bodyPr/>
          <a:lstStyle>
            <a:lvl1pPr marL="0" indent="0" algn="l">
              <a:spcBef>
                <a:spcPts val="400"/>
              </a:spcBef>
              <a:buNone/>
              <a:defRPr sz="2500" cap="none" spc="0" baseline="0">
                <a:solidFill>
                  <a:schemeClr val="tx1"/>
                </a:solidFill>
              </a:defRPr>
            </a:lvl1pPr>
            <a:lvl2pPr marL="0" indent="0" algn="l">
              <a:spcBef>
                <a:spcPts val="400"/>
              </a:spcBef>
              <a:buNone/>
              <a:defRPr sz="2000">
                <a:solidFill>
                  <a:schemeClr val="tx1"/>
                </a:solidFill>
              </a:defRPr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  <a:p>
            <a:pPr lvl="1"/>
            <a:r>
              <a:rPr lang="en-US" dirty="0"/>
              <a:t>L2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A5D6D5-417F-086C-9052-F384C4B8B6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641" y="2103499"/>
            <a:ext cx="4672321" cy="2612898"/>
          </a:xfrm>
        </p:spPr>
        <p:txBody>
          <a:bodyPr anchor="t" anchorCtr="0"/>
          <a:lstStyle>
            <a:lvl1pPr algn="l">
              <a:lnSpc>
                <a:spcPct val="83000"/>
              </a:lnSpc>
              <a:defRPr sz="5000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C40FB-0EAD-C996-9B1B-E3CC732EE73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41719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E53D0-EC0A-4E0A-FFA7-35648DF06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EEC58-0A25-ECF5-5539-B3AFC6BE2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5DEBE-1FF6-7DF1-CD67-DB0BDA28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F5BFCCD-C6E5-5A0B-4DC5-B984FA252E92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373234" y="5290561"/>
            <a:ext cx="985921" cy="990000"/>
            <a:chOff x="9370411" y="4636077"/>
            <a:chExt cx="2212162" cy="222131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87AD426-A541-3803-4E60-60F75A4CD122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rgbClr val="E3DCD3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35B8F021-F4F5-3720-6D2A-2E8EDB2C2EE1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86AF559-6E33-DABA-C00D-DD599E5DFAF6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BD18D65-E3C0-F185-1B12-615316208433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CE29D77-E71B-35E0-BF39-C6596B225A79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02F5C9-5BD2-F87C-A280-9C9DDBC5B1EF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0835299" y="358142"/>
            <a:ext cx="985226" cy="989301"/>
            <a:chOff x="9370411" y="4636077"/>
            <a:chExt cx="2212162" cy="2221312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54BC6F0-9694-9C18-98CA-745F199278A9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9D7AE1A-A51B-C922-A475-6AEC6D86B10E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bg2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2E989C-AF2A-F8BF-2CA4-53C347359C13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48312E1-E232-0DF5-ED17-76C32C2B8F79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8EC4EA6-001F-2FF3-3523-FA0195FAA342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6F08343-8A1F-E079-FAA5-9BD12A645D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28988" y="1119188"/>
            <a:ext cx="8501062" cy="4405312"/>
          </a:xfrm>
        </p:spPr>
        <p:txBody>
          <a:bodyPr numCol="3" spcCol="252000"/>
          <a:lstStyle>
            <a:lvl1pPr>
              <a:spcBef>
                <a:spcPts val="0"/>
              </a:spcBef>
              <a:defRPr sz="1800" b="1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spcAft>
                <a:spcPts val="500"/>
              </a:spcAft>
              <a:defRPr sz="1800" b="1"/>
            </a:lvl2pPr>
            <a:lvl3pPr marL="0" indent="0">
              <a:spcBef>
                <a:spcPts val="0"/>
              </a:spcBef>
              <a:buNone/>
              <a:tabLst>
                <a:tab pos="357188" algn="l"/>
              </a:tabLst>
              <a:defRPr sz="1350"/>
            </a:lvl3pPr>
            <a:lvl4pPr>
              <a:spcBef>
                <a:spcPts val="0"/>
              </a:spcBef>
              <a:defRPr sz="1350"/>
            </a:lvl4pPr>
            <a:lvl5pPr>
              <a:spcBef>
                <a:spcPts val="0"/>
              </a:spcBef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46F27F8-D0E5-D310-0232-FCF709800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69201"/>
            <a:ext cx="9839325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775EF960-4D15-4C92-5462-773783B19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2590800" cy="99512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3616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FE53D0-EC0A-4E0A-FFA7-35648DF06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EEC58-0A25-ECF5-5539-B3AFC6BE2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95DEBE-1FF6-7DF1-CD67-DB0BDA28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02F5C9-5BD2-F87C-A280-9C9DDBC5B1EF}"/>
              </a:ext>
            </a:extLst>
          </p:cNvPr>
          <p:cNvGrpSpPr>
            <a:grpSpLocks noChangeAspect="1"/>
          </p:cNvGrpSpPr>
          <p:nvPr userDrawn="1"/>
        </p:nvGrpSpPr>
        <p:grpSpPr>
          <a:xfrm rot="10800000" flipH="1">
            <a:off x="10835299" y="358142"/>
            <a:ext cx="985226" cy="989301"/>
            <a:chOff x="9370411" y="4636077"/>
            <a:chExt cx="2212162" cy="2221312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54BC6F0-9694-9C18-98CA-745F199278A9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9D7AE1A-A51B-C922-A475-6AEC6D86B10E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bg2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C2E989C-AF2A-F8BF-2CA4-53C347359C13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48312E1-E232-0DF5-ED17-76C32C2B8F79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8EC4EA6-001F-2FF3-3523-FA0195FAA342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6F08343-8A1F-E079-FAA5-9BD12A645D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28988" y="1119188"/>
            <a:ext cx="2412207" cy="4405312"/>
          </a:xfrm>
        </p:spPr>
        <p:txBody>
          <a:bodyPr numCol="1" spcCol="252000"/>
          <a:lstStyle>
            <a:lvl1pPr>
              <a:spcBef>
                <a:spcPts val="0"/>
              </a:spcBef>
              <a:defRPr sz="1800" b="1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spcAft>
                <a:spcPts val="500"/>
              </a:spcAft>
              <a:defRPr sz="1800" b="1"/>
            </a:lvl2pPr>
            <a:lvl3pPr marL="0" indent="0">
              <a:spcBef>
                <a:spcPts val="0"/>
              </a:spcBef>
              <a:buNone/>
              <a:tabLst>
                <a:tab pos="357188" algn="l"/>
              </a:tabLst>
              <a:defRPr sz="1350"/>
            </a:lvl3pPr>
            <a:lvl4pPr>
              <a:spcBef>
                <a:spcPts val="0"/>
              </a:spcBef>
              <a:defRPr sz="1350"/>
            </a:lvl4pPr>
            <a:lvl5pPr>
              <a:spcBef>
                <a:spcPts val="0"/>
              </a:spcBef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46F27F8-D0E5-D310-0232-FCF7098000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69201"/>
            <a:ext cx="9839325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775EF960-4D15-4C92-5462-773783B194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2590800" cy="99512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507866BF-C6CF-7358-0C63-61EA92B9736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70971" y="1119188"/>
            <a:ext cx="2412207" cy="4405312"/>
          </a:xfrm>
        </p:spPr>
        <p:txBody>
          <a:bodyPr numCol="1" spcCol="252000"/>
          <a:lstStyle>
            <a:lvl1pPr>
              <a:spcBef>
                <a:spcPts val="0"/>
              </a:spcBef>
              <a:defRPr sz="1800" b="1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spcAft>
                <a:spcPts val="500"/>
              </a:spcAft>
              <a:defRPr sz="1800" b="1"/>
            </a:lvl2pPr>
            <a:lvl3pPr marL="0" indent="0">
              <a:spcBef>
                <a:spcPts val="0"/>
              </a:spcBef>
              <a:buNone/>
              <a:tabLst>
                <a:tab pos="357188" algn="l"/>
              </a:tabLst>
              <a:defRPr sz="1350"/>
            </a:lvl3pPr>
            <a:lvl4pPr>
              <a:spcBef>
                <a:spcPts val="0"/>
              </a:spcBef>
              <a:defRPr sz="1350"/>
            </a:lvl4pPr>
            <a:lvl5pPr>
              <a:spcBef>
                <a:spcPts val="0"/>
              </a:spcBef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047A6498-4309-5954-7010-664EF659863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227531" y="1119188"/>
            <a:ext cx="2412207" cy="4405312"/>
          </a:xfrm>
        </p:spPr>
        <p:txBody>
          <a:bodyPr numCol="1" spcCol="252000"/>
          <a:lstStyle>
            <a:lvl1pPr>
              <a:spcBef>
                <a:spcPts val="0"/>
              </a:spcBef>
              <a:defRPr sz="1800" b="1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spcAft>
                <a:spcPts val="500"/>
              </a:spcAft>
              <a:defRPr sz="1800" b="1"/>
            </a:lvl2pPr>
            <a:lvl3pPr marL="0" indent="0">
              <a:spcBef>
                <a:spcPts val="0"/>
              </a:spcBef>
              <a:buNone/>
              <a:tabLst>
                <a:tab pos="357188" algn="l"/>
              </a:tabLst>
              <a:defRPr sz="1350"/>
            </a:lvl3pPr>
            <a:lvl4pPr>
              <a:spcBef>
                <a:spcPts val="0"/>
              </a:spcBef>
              <a:defRPr sz="1350"/>
            </a:lvl4pPr>
            <a:lvl5pPr>
              <a:spcBef>
                <a:spcPts val="0"/>
              </a:spcBef>
              <a:defRPr sz="13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3021A45-EEDC-6632-2B46-4E5D923DAF64}"/>
              </a:ext>
            </a:extLst>
          </p:cNvPr>
          <p:cNvGrpSpPr>
            <a:grpSpLocks noChangeAspect="1"/>
          </p:cNvGrpSpPr>
          <p:nvPr userDrawn="1"/>
        </p:nvGrpSpPr>
        <p:grpSpPr>
          <a:xfrm rot="5400000">
            <a:off x="373234" y="5290561"/>
            <a:ext cx="985921" cy="990000"/>
            <a:chOff x="9370411" y="4636077"/>
            <a:chExt cx="2212162" cy="2221312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7B31EB3-EC4C-0160-46F7-65181B504FFC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rgbClr val="E3DCD3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B4E18B9C-4FD6-5AE0-DAD7-C90E9A71DFD2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3D54385-EE10-1F2D-75E0-87141442BDCC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9D37CE3B-8C97-EDA0-FBF9-CD901AD58003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B1092B0-FC6B-91AA-9086-A7F20B65854A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63765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6ECF4-76FE-C3C8-E84A-2E7E19E3BD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4DA0D-CD0D-1040-CEDD-81258403C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BEE67-4DFF-FDB4-845B-DB5BB796E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60C3E-B9F0-6690-E117-A1FBFCE3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E89F236-B62B-6B38-3A90-2DF288CB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EA46AA3-6E65-FD0F-F5F2-C491DD29678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71475" y="69201"/>
            <a:ext cx="9839325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1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6ECF4-76FE-C3C8-E84A-2E7E19E3BD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5728" y="1138238"/>
            <a:ext cx="7593980" cy="496147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4DA0D-CD0D-1040-CEDD-81258403C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BEE67-4DFF-FDB4-845B-DB5BB796E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60C3E-B9F0-6690-E117-A1FBFCE35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E89F236-B62B-6B38-3A90-2DF288CB0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2590800" cy="846455"/>
          </a:xfrm>
        </p:spPr>
        <p:txBody>
          <a:bodyPr/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5EA46AA3-6E65-FD0F-F5F2-C491DD296785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71475" y="69201"/>
            <a:ext cx="5734051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751796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Icon&#10;&#10;Description automatically generated">
            <a:extLst>
              <a:ext uri="{FF2B5EF4-FFF2-40B4-BE49-F238E27FC236}">
                <a16:creationId xmlns:a16="http://schemas.microsoft.com/office/drawing/2014/main" id="{E91F44C0-594E-8796-EE20-584238ACC8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582"/>
          <a:stretch/>
        </p:blipFill>
        <p:spPr>
          <a:xfrm>
            <a:off x="8015515" y="1307192"/>
            <a:ext cx="4176485" cy="4243615"/>
          </a:xfrm>
          <a:prstGeom prst="rect">
            <a:avLst/>
          </a:prstGeom>
        </p:spPr>
      </p:pic>
      <p:sp>
        <p:nvSpPr>
          <p:cNvPr id="11" name="Graphic 9">
            <a:extLst>
              <a:ext uri="{FF2B5EF4-FFF2-40B4-BE49-F238E27FC236}">
                <a16:creationId xmlns:a16="http://schemas.microsoft.com/office/drawing/2014/main" id="{F55D1B1D-364B-D4B1-1E21-52668E2E79BD}"/>
              </a:ext>
            </a:extLst>
          </p:cNvPr>
          <p:cNvSpPr/>
          <p:nvPr userDrawn="1"/>
        </p:nvSpPr>
        <p:spPr>
          <a:xfrm>
            <a:off x="0" y="0"/>
            <a:ext cx="6858063" cy="6858000"/>
          </a:xfrm>
          <a:custGeom>
            <a:avLst/>
            <a:gdLst>
              <a:gd name="connsiteX0" fmla="*/ 6858064 w 6858063"/>
              <a:gd name="connsiteY0" fmla="*/ 0 h 6858000"/>
              <a:gd name="connsiteX1" fmla="*/ 0 w 6858063"/>
              <a:gd name="connsiteY1" fmla="*/ 0 h 6858000"/>
              <a:gd name="connsiteX2" fmla="*/ 0 w 6858063"/>
              <a:gd name="connsiteY2" fmla="*/ 6858000 h 6858000"/>
              <a:gd name="connsiteX3" fmla="*/ 6858064 w 6858063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63" h="6858000">
                <a:moveTo>
                  <a:pt x="6858064" y="0"/>
                </a:moveTo>
                <a:lnTo>
                  <a:pt x="0" y="0"/>
                </a:lnTo>
                <a:lnTo>
                  <a:pt x="0" y="6858000"/>
                </a:lnTo>
                <a:cubicBezTo>
                  <a:pt x="3787584" y="6858000"/>
                  <a:pt x="6858064" y="3787584"/>
                  <a:pt x="6858064" y="0"/>
                </a:cubicBezTo>
                <a:close/>
              </a:path>
            </a:pathLst>
          </a:custGeom>
          <a:solidFill>
            <a:schemeClr val="accent2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B8451-19A4-2B08-D894-7217761A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099903"/>
            <a:ext cx="4489892" cy="2852737"/>
          </a:xfrm>
        </p:spPr>
        <p:txBody>
          <a:bodyPr anchor="t" anchorCtr="0"/>
          <a:lstStyle>
            <a:lvl1pPr algn="l">
              <a:lnSpc>
                <a:spcPct val="83000"/>
              </a:lnSpc>
              <a:defRPr sz="500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39998-2147-DA8F-64B6-DBA510BA6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762592"/>
            <a:ext cx="5948302" cy="679231"/>
          </a:xfrm>
        </p:spPr>
        <p:txBody>
          <a:bodyPr anchor="b" anchorCtr="0"/>
          <a:lstStyle>
            <a:lvl1pPr marL="0" indent="0" algn="l">
              <a:buNone/>
              <a:defRPr sz="3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DC00025-C797-913A-CB89-DF121E81202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1475" y="69201"/>
            <a:ext cx="5734051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BA223B4-B626-2481-5C08-565C8A7E8F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7003B27-EEE8-A94B-CDAF-5D1A34F6A5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44E163E-B62D-1ECE-07C1-FB3489F673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71938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up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&#10;&#10;Description automatically generated">
            <a:extLst>
              <a:ext uri="{FF2B5EF4-FFF2-40B4-BE49-F238E27FC236}">
                <a16:creationId xmlns:a16="http://schemas.microsoft.com/office/drawing/2014/main" id="{424091CF-255A-ABB1-53DE-B01341B01D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4930" y="1336690"/>
            <a:ext cx="4184619" cy="4184619"/>
          </a:xfrm>
          <a:prstGeom prst="rect">
            <a:avLst/>
          </a:prstGeom>
        </p:spPr>
      </p:pic>
      <p:sp>
        <p:nvSpPr>
          <p:cNvPr id="11" name="Graphic 9">
            <a:extLst>
              <a:ext uri="{FF2B5EF4-FFF2-40B4-BE49-F238E27FC236}">
                <a16:creationId xmlns:a16="http://schemas.microsoft.com/office/drawing/2014/main" id="{F55D1B1D-364B-D4B1-1E21-52668E2E79BD}"/>
              </a:ext>
            </a:extLst>
          </p:cNvPr>
          <p:cNvSpPr/>
          <p:nvPr/>
        </p:nvSpPr>
        <p:spPr>
          <a:xfrm>
            <a:off x="0" y="0"/>
            <a:ext cx="6858063" cy="6858000"/>
          </a:xfrm>
          <a:custGeom>
            <a:avLst/>
            <a:gdLst>
              <a:gd name="connsiteX0" fmla="*/ 6858064 w 6858063"/>
              <a:gd name="connsiteY0" fmla="*/ 0 h 6858000"/>
              <a:gd name="connsiteX1" fmla="*/ 0 w 6858063"/>
              <a:gd name="connsiteY1" fmla="*/ 0 h 6858000"/>
              <a:gd name="connsiteX2" fmla="*/ 0 w 6858063"/>
              <a:gd name="connsiteY2" fmla="*/ 6858000 h 6858000"/>
              <a:gd name="connsiteX3" fmla="*/ 6858064 w 6858063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63" h="6858000">
                <a:moveTo>
                  <a:pt x="6858064" y="0"/>
                </a:moveTo>
                <a:lnTo>
                  <a:pt x="0" y="0"/>
                </a:lnTo>
                <a:lnTo>
                  <a:pt x="0" y="6858000"/>
                </a:lnTo>
                <a:cubicBezTo>
                  <a:pt x="3787584" y="6858000"/>
                  <a:pt x="6858064" y="3787584"/>
                  <a:pt x="6858064" y="0"/>
                </a:cubicBezTo>
                <a:close/>
              </a:path>
            </a:pathLst>
          </a:custGeom>
          <a:solidFill>
            <a:schemeClr val="accent3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B8451-19A4-2B08-D894-7217761A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099903"/>
            <a:ext cx="4489892" cy="2852737"/>
          </a:xfrm>
        </p:spPr>
        <p:txBody>
          <a:bodyPr anchor="t" anchorCtr="0"/>
          <a:lstStyle>
            <a:lvl1pPr algn="l">
              <a:lnSpc>
                <a:spcPct val="83000"/>
              </a:lnSpc>
              <a:defRPr sz="500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39998-2147-DA8F-64B6-DBA510BA6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762592"/>
            <a:ext cx="5948302" cy="679231"/>
          </a:xfrm>
        </p:spPr>
        <p:txBody>
          <a:bodyPr anchor="b" anchorCtr="0"/>
          <a:lstStyle>
            <a:lvl1pPr marL="0" indent="0" algn="l">
              <a:buNone/>
              <a:defRPr sz="3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DC00025-C797-913A-CB89-DF121E81202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1475" y="69201"/>
            <a:ext cx="5734051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BA223B4-B626-2481-5C08-565C8A7E8F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7003B27-EEE8-A94B-CDAF-5D1A34F6A5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44E163E-B62D-1ECE-07C1-FB3489F673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5208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gree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Logo, company name&#10;&#10;Description automatically generated">
            <a:extLst>
              <a:ext uri="{FF2B5EF4-FFF2-40B4-BE49-F238E27FC236}">
                <a16:creationId xmlns:a16="http://schemas.microsoft.com/office/drawing/2014/main" id="{33E4FD9F-213A-FE4C-BE1F-1E8264E42E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7142" y="1339865"/>
            <a:ext cx="4194314" cy="4194314"/>
          </a:xfrm>
          <a:prstGeom prst="rect">
            <a:avLst/>
          </a:prstGeom>
        </p:spPr>
      </p:pic>
      <p:sp>
        <p:nvSpPr>
          <p:cNvPr id="11" name="Graphic 9">
            <a:extLst>
              <a:ext uri="{FF2B5EF4-FFF2-40B4-BE49-F238E27FC236}">
                <a16:creationId xmlns:a16="http://schemas.microsoft.com/office/drawing/2014/main" id="{F55D1B1D-364B-D4B1-1E21-52668E2E79BD}"/>
              </a:ext>
            </a:extLst>
          </p:cNvPr>
          <p:cNvSpPr/>
          <p:nvPr/>
        </p:nvSpPr>
        <p:spPr>
          <a:xfrm>
            <a:off x="0" y="0"/>
            <a:ext cx="6858063" cy="6858000"/>
          </a:xfrm>
          <a:custGeom>
            <a:avLst/>
            <a:gdLst>
              <a:gd name="connsiteX0" fmla="*/ 6858064 w 6858063"/>
              <a:gd name="connsiteY0" fmla="*/ 0 h 6858000"/>
              <a:gd name="connsiteX1" fmla="*/ 0 w 6858063"/>
              <a:gd name="connsiteY1" fmla="*/ 0 h 6858000"/>
              <a:gd name="connsiteX2" fmla="*/ 0 w 6858063"/>
              <a:gd name="connsiteY2" fmla="*/ 6858000 h 6858000"/>
              <a:gd name="connsiteX3" fmla="*/ 6858064 w 6858063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63" h="6858000">
                <a:moveTo>
                  <a:pt x="6858064" y="0"/>
                </a:moveTo>
                <a:lnTo>
                  <a:pt x="0" y="0"/>
                </a:lnTo>
                <a:lnTo>
                  <a:pt x="0" y="6858000"/>
                </a:lnTo>
                <a:cubicBezTo>
                  <a:pt x="3787584" y="6858000"/>
                  <a:pt x="6858064" y="3787584"/>
                  <a:pt x="6858064" y="0"/>
                </a:cubicBezTo>
                <a:close/>
              </a:path>
            </a:pathLst>
          </a:custGeom>
          <a:solidFill>
            <a:schemeClr val="accent4"/>
          </a:solidFill>
          <a:ln w="63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B8451-19A4-2B08-D894-7217761A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099903"/>
            <a:ext cx="4489892" cy="2852737"/>
          </a:xfrm>
        </p:spPr>
        <p:txBody>
          <a:bodyPr anchor="t" anchorCtr="0"/>
          <a:lstStyle>
            <a:lvl1pPr algn="l">
              <a:lnSpc>
                <a:spcPct val="83000"/>
              </a:lnSpc>
              <a:defRPr sz="500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39998-2147-DA8F-64B6-DBA510BA6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762592"/>
            <a:ext cx="5948302" cy="679231"/>
          </a:xfrm>
        </p:spPr>
        <p:txBody>
          <a:bodyPr anchor="b" anchorCtr="0"/>
          <a:lstStyle>
            <a:lvl1pPr marL="0" indent="0" algn="l">
              <a:buNone/>
              <a:defRPr sz="30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DC00025-C797-913A-CB89-DF121E81202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1475" y="69201"/>
            <a:ext cx="5734051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BA223B4-B626-2481-5C08-565C8A7E8F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7003B27-EEE8-A94B-CDAF-5D1A34F6A5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44E163E-B62D-1ECE-07C1-FB3489F673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23145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imag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990E8FB-084B-A9FF-747E-9B2281BAEC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33936" y="0"/>
            <a:ext cx="6858064" cy="6858000"/>
          </a:xfrm>
          <a:custGeom>
            <a:avLst/>
            <a:gdLst>
              <a:gd name="connsiteX0" fmla="*/ 0 w 6858064"/>
              <a:gd name="connsiteY0" fmla="*/ 0 h 6858000"/>
              <a:gd name="connsiteX1" fmla="*/ 6858064 w 6858064"/>
              <a:gd name="connsiteY1" fmla="*/ 0 h 6858000"/>
              <a:gd name="connsiteX2" fmla="*/ 6858064 w 6858064"/>
              <a:gd name="connsiteY2" fmla="*/ 6858000 h 6858000"/>
              <a:gd name="connsiteX3" fmla="*/ 0 w 6858064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64" h="6858000">
                <a:moveTo>
                  <a:pt x="0" y="0"/>
                </a:moveTo>
                <a:lnTo>
                  <a:pt x="6858064" y="0"/>
                </a:lnTo>
                <a:lnTo>
                  <a:pt x="6858064" y="6858000"/>
                </a:lnTo>
                <a:cubicBezTo>
                  <a:pt x="3070480" y="6858000"/>
                  <a:pt x="0" y="3787584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B8451-19A4-2B08-D894-7217761A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099903"/>
            <a:ext cx="4662488" cy="2852737"/>
          </a:xfrm>
        </p:spPr>
        <p:txBody>
          <a:bodyPr anchor="t" anchorCtr="0"/>
          <a:lstStyle>
            <a:lvl1pPr algn="l">
              <a:lnSpc>
                <a:spcPct val="83000"/>
              </a:lnSpc>
              <a:defRPr sz="5000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39998-2147-DA8F-64B6-DBA510BA6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762592"/>
            <a:ext cx="4662488" cy="679231"/>
          </a:xfrm>
        </p:spPr>
        <p:txBody>
          <a:bodyPr anchor="b" anchorCtr="0"/>
          <a:lstStyle>
            <a:lvl1pPr marL="0" indent="0" algn="l">
              <a:buNone/>
              <a:defRPr sz="3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DC00025-C797-913A-CB89-DF121E81202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BA223B4-B626-2481-5C08-565C8A7E8F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7003B27-EEE8-A94B-CDAF-5D1A34F6A5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44E163E-B62D-1ECE-07C1-FB3489F673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3856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urple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990E8FB-084B-A9FF-747E-9B2281BAEC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33936" y="0"/>
            <a:ext cx="6858064" cy="6858000"/>
          </a:xfrm>
          <a:custGeom>
            <a:avLst/>
            <a:gdLst>
              <a:gd name="connsiteX0" fmla="*/ 0 w 6858064"/>
              <a:gd name="connsiteY0" fmla="*/ 0 h 6858000"/>
              <a:gd name="connsiteX1" fmla="*/ 6858064 w 6858064"/>
              <a:gd name="connsiteY1" fmla="*/ 0 h 6858000"/>
              <a:gd name="connsiteX2" fmla="*/ 6858064 w 6858064"/>
              <a:gd name="connsiteY2" fmla="*/ 6858000 h 6858000"/>
              <a:gd name="connsiteX3" fmla="*/ 0 w 6858064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64" h="6858000">
                <a:moveTo>
                  <a:pt x="0" y="0"/>
                </a:moveTo>
                <a:lnTo>
                  <a:pt x="6858064" y="0"/>
                </a:lnTo>
                <a:lnTo>
                  <a:pt x="6858064" y="6858000"/>
                </a:lnTo>
                <a:cubicBezTo>
                  <a:pt x="3070480" y="6858000"/>
                  <a:pt x="0" y="3787584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B8451-19A4-2B08-D894-7217761A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099903"/>
            <a:ext cx="4662488" cy="2852737"/>
          </a:xfrm>
        </p:spPr>
        <p:txBody>
          <a:bodyPr anchor="t" anchorCtr="0"/>
          <a:lstStyle>
            <a:lvl1pPr algn="l">
              <a:lnSpc>
                <a:spcPct val="83000"/>
              </a:lnSpc>
              <a:defRPr sz="5000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39998-2147-DA8F-64B6-DBA510BA6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762592"/>
            <a:ext cx="4662488" cy="679231"/>
          </a:xfrm>
        </p:spPr>
        <p:txBody>
          <a:bodyPr anchor="b" anchorCtr="0"/>
          <a:lstStyle>
            <a:lvl1pPr marL="0" indent="0" algn="l">
              <a:buNone/>
              <a:defRPr sz="3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DC00025-C797-913A-CB89-DF121E81202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BA223B4-B626-2481-5C08-565C8A7E8F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7003B27-EEE8-A94B-CDAF-5D1A34F6A5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44E163E-B62D-1ECE-07C1-FB3489F673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1357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green imag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990E8FB-084B-A9FF-747E-9B2281BAECC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33936" y="0"/>
            <a:ext cx="6858064" cy="6858000"/>
          </a:xfrm>
          <a:custGeom>
            <a:avLst/>
            <a:gdLst>
              <a:gd name="connsiteX0" fmla="*/ 0 w 6858064"/>
              <a:gd name="connsiteY0" fmla="*/ 0 h 6858000"/>
              <a:gd name="connsiteX1" fmla="*/ 6858064 w 6858064"/>
              <a:gd name="connsiteY1" fmla="*/ 0 h 6858000"/>
              <a:gd name="connsiteX2" fmla="*/ 6858064 w 6858064"/>
              <a:gd name="connsiteY2" fmla="*/ 6858000 h 6858000"/>
              <a:gd name="connsiteX3" fmla="*/ 0 w 6858064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64" h="6858000">
                <a:moveTo>
                  <a:pt x="0" y="0"/>
                </a:moveTo>
                <a:lnTo>
                  <a:pt x="6858064" y="0"/>
                </a:lnTo>
                <a:lnTo>
                  <a:pt x="6858064" y="6858000"/>
                </a:lnTo>
                <a:cubicBezTo>
                  <a:pt x="3070480" y="6858000"/>
                  <a:pt x="0" y="3787584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B8451-19A4-2B08-D894-7217761AF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099903"/>
            <a:ext cx="4662488" cy="2852737"/>
          </a:xfrm>
        </p:spPr>
        <p:txBody>
          <a:bodyPr anchor="t" anchorCtr="0"/>
          <a:lstStyle>
            <a:lvl1pPr algn="l">
              <a:lnSpc>
                <a:spcPct val="83000"/>
              </a:lnSpc>
              <a:defRPr sz="5000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D39998-2147-DA8F-64B6-DBA510BA63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762592"/>
            <a:ext cx="4662488" cy="679231"/>
          </a:xfrm>
        </p:spPr>
        <p:txBody>
          <a:bodyPr anchor="b" anchorCtr="0"/>
          <a:lstStyle>
            <a:lvl1pPr marL="0" indent="0" algn="l">
              <a:buNone/>
              <a:defRPr sz="3000" cap="none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8DC00025-C797-913A-CB89-DF121E81202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5BA223B4-B626-2481-5C08-565C8A7E8F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7003B27-EEE8-A94B-CDAF-5D1A34F6A53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44E163E-B62D-1ECE-07C1-FB3489F673F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0826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break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3755B8A-A62D-B32F-C89D-5A4BE366C4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6C7B9B-3077-8284-6516-B01BECB7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24576"/>
            <a:ext cx="5724525" cy="3115624"/>
          </a:xfrm>
        </p:spPr>
        <p:txBody>
          <a:bodyPr anchor="t" anchorCtr="0"/>
          <a:lstStyle>
            <a:lvl1pPr>
              <a:lnSpc>
                <a:spcPct val="84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F39E8C-F356-2D3F-6560-4C83938B4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A6FE1-4544-6998-33FD-AA410CDB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F9446-484B-6235-A505-F149A5C1D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D502890-9740-5FA9-4896-BBB23D93E72C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15160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3755B8A-A62D-B32F-C89D-5A4BE366C4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F39E8C-F356-2D3F-6560-4C83938B4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A6FE1-4544-6998-33FD-AA410CDB90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F9446-484B-6235-A505-F149A5C1D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D5BF28-8797-E70C-5E50-4B48DE74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24576"/>
            <a:ext cx="5724525" cy="3115624"/>
          </a:xfrm>
        </p:spPr>
        <p:txBody>
          <a:bodyPr anchor="t" anchorCtr="0"/>
          <a:lstStyle>
            <a:lvl1pPr>
              <a:lnSpc>
                <a:spcPct val="84000"/>
              </a:lnSpc>
              <a:defRPr sz="5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A979884-6C0C-B0BC-D73E-5C3E827D07E6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0730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ith bg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E338284-BD45-F9B6-977A-FB63766D43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DBF92-A2F1-D843-3042-80D92C6A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F45FF-59B9-E29B-31EF-9B1FAAC8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3F91C-F9F2-CD31-2A8E-D0390297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17948E-B339-845A-9D65-AF73B01576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308EB5-1B0D-B696-5B5B-1A12360B26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1069658"/>
            <a:ext cx="9691688" cy="5262880"/>
          </a:xfrm>
        </p:spPr>
        <p:txBody>
          <a:bodyPr/>
          <a:lstStyle>
            <a:lvl1pPr>
              <a:spcBef>
                <a:spcPts val="0"/>
              </a:spcBef>
              <a:defRPr sz="3750" spc="-15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3200" b="1" spc="-100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800" b="1" spc="-70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bg2"/>
                </a:solidFill>
              </a:defRPr>
            </a:lvl4pPr>
            <a:lvl5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7646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CC47A853-41E6-EE49-627B-3D21471F41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90706" r="93136"/>
          <a:stretch/>
        </p:blipFill>
        <p:spPr>
          <a:xfrm>
            <a:off x="10654701" y="5514276"/>
            <a:ext cx="1165824" cy="58522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DBF92-A2F1-D843-3042-80D92C6A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F45FF-59B9-E29B-31EF-9B1FAAC8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3F91C-F9F2-CD31-2A8E-D0390297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17948E-B339-845A-9D65-AF73B01576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308EB5-1B0D-B696-5B5B-1A12360B26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4" y="1898374"/>
            <a:ext cx="10825163" cy="3024146"/>
          </a:xfrm>
        </p:spPr>
        <p:txBody>
          <a:bodyPr/>
          <a:lstStyle>
            <a:lvl1pPr>
              <a:spcBef>
                <a:spcPts val="0"/>
              </a:spcBef>
              <a:defRPr sz="3750" spc="-15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3200" b="1" spc="-100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2800" b="1" spc="-70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95E2B95-C955-E259-74B9-9F855B2C6CF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0271" y="5460205"/>
            <a:ext cx="3026254" cy="635796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None/>
              <a:defRPr sz="1200">
                <a:solidFill>
                  <a:schemeClr val="tx2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None/>
              <a:defRPr sz="1200"/>
            </a:lvl2pPr>
            <a:lvl3pPr marL="0" indent="0">
              <a:spcBef>
                <a:spcPts val="0"/>
              </a:spcBef>
              <a:buNone/>
              <a:defRPr sz="2000"/>
            </a:lvl3pPr>
            <a:lvl4pPr marL="0" indent="0">
              <a:spcBef>
                <a:spcPts val="0"/>
              </a:spcBef>
              <a:buNone/>
              <a:defRPr sz="2000"/>
            </a:lvl4pPr>
            <a:lvl5pPr marL="0" indent="0">
              <a:spcBef>
                <a:spcPts val="0"/>
              </a:spcBef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97A7165-FE75-CF85-A4B6-53260E2579B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8466" y="5434013"/>
            <a:ext cx="401474" cy="401474"/>
          </a:xfrm>
          <a:prstGeom prst="ellipse">
            <a:avLst/>
          </a:prstGeom>
        </p:spPr>
        <p:txBody>
          <a:bodyPr anchor="ctr" anchorCtr="0"/>
          <a:lstStyle>
            <a:lvl1pPr>
              <a:defRPr sz="700" b="0"/>
            </a:lvl1pPr>
          </a:lstStyle>
          <a:p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A3F4CD9-120B-B8E4-2B1F-5EF7FDB8EBD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965" y="761999"/>
            <a:ext cx="1683742" cy="84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127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DBF92-A2F1-D843-3042-80D92C6A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F45FF-59B9-E29B-31EF-9B1FAAC8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3F91C-F9F2-CD31-2A8E-D0390297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17948E-B339-845A-9D65-AF73B01576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308EB5-1B0D-B696-5B5B-1A12360B26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828358"/>
            <a:ext cx="9509125" cy="5262880"/>
          </a:xfrm>
        </p:spPr>
        <p:txBody>
          <a:bodyPr/>
          <a:lstStyle>
            <a:lvl1pPr>
              <a:spcBef>
                <a:spcPts val="0"/>
              </a:spcBef>
              <a:defRPr sz="5500" spc="-22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4800" b="1" spc="-200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4400" b="1" spc="-150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E0AFFB8-D4B7-B898-4CBC-7CE378B04EC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06719" y="4873315"/>
            <a:ext cx="1620000" cy="1626701"/>
            <a:chOff x="9370411" y="4636077"/>
            <a:chExt cx="2212162" cy="222131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455323A-0F35-D339-DB95-16D640D74AE0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FF02D2-B821-1FB1-BB37-EED93E3F6248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bg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15E8444-B0B2-E1CC-B854-AE10C371A785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7CAFA39-58D6-F5D4-5952-16B84CED6721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D333493-BA84-3B6E-4F39-0EBFF4B8B42A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31780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Statement Daw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DBF92-A2F1-D843-3042-80D92C6A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F45FF-59B9-E29B-31EF-9B1FAAC8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3F91C-F9F2-CD31-2A8E-D0390297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17948E-B339-845A-9D65-AF73B01576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308EB5-1B0D-B696-5B5B-1A12360B26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828358"/>
            <a:ext cx="9509125" cy="5262880"/>
          </a:xfrm>
        </p:spPr>
        <p:txBody>
          <a:bodyPr/>
          <a:lstStyle>
            <a:lvl1pPr>
              <a:spcBef>
                <a:spcPts val="0"/>
              </a:spcBef>
              <a:defRPr sz="5500" spc="-22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4800" b="1" spc="-200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4400" b="1" spc="-150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E0AFFB8-D4B7-B898-4CBC-7CE378B04EC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206719" y="4873315"/>
            <a:ext cx="1620000" cy="1626701"/>
            <a:chOff x="9370411" y="4636077"/>
            <a:chExt cx="2212162" cy="222131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455323A-0F35-D339-DB95-16D640D74AE0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chemeClr val="bg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4FF02D2-B821-1FB1-BB37-EED93E3F6248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15E8444-B0B2-E1CC-B854-AE10C371A785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chemeClr val="tx2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7CAFA39-58D6-F5D4-5952-16B84CED6721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D333493-BA84-3B6E-4F39-0EBFF4B8B42A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chemeClr val="tx2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585099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Statement Palm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arrow&#10;&#10;Description automatically generated">
            <a:extLst>
              <a:ext uri="{FF2B5EF4-FFF2-40B4-BE49-F238E27FC236}">
                <a16:creationId xmlns:a16="http://schemas.microsoft.com/office/drawing/2014/main" id="{642748C6-AA93-E233-B888-241D42D9C2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0166350" y="4820914"/>
            <a:ext cx="1701800" cy="173823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DBF92-A2F1-D843-3042-80D92C6A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F45FF-59B9-E29B-31EF-9B1FAAC8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3F91C-F9F2-CD31-2A8E-D0390297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17948E-B339-845A-9D65-AF73B01576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308EB5-1B0D-B696-5B5B-1A12360B26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828358"/>
            <a:ext cx="9509125" cy="5262880"/>
          </a:xfrm>
        </p:spPr>
        <p:txBody>
          <a:bodyPr/>
          <a:lstStyle>
            <a:lvl1pPr>
              <a:spcBef>
                <a:spcPts val="0"/>
              </a:spcBef>
              <a:defRPr sz="5500" spc="-22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4800" b="1" spc="-200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4400" b="1" spc="-150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75551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Statement Flaming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BACE3503-332F-3772-C634-776DFEF4CF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97901" y="4861740"/>
            <a:ext cx="1638276" cy="1638276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DBF92-A2F1-D843-3042-80D92C6A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F45FF-59B9-E29B-31EF-9B1FAAC8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3F91C-F9F2-CD31-2A8E-D0390297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17948E-B339-845A-9D65-AF73B01576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308EB5-1B0D-B696-5B5B-1A12360B26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828358"/>
            <a:ext cx="9509125" cy="5262880"/>
          </a:xfrm>
        </p:spPr>
        <p:txBody>
          <a:bodyPr/>
          <a:lstStyle>
            <a:lvl1pPr>
              <a:spcBef>
                <a:spcPts val="0"/>
              </a:spcBef>
              <a:defRPr sz="5500" spc="-22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4800" b="1" spc="-200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4400" b="1" spc="-150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50483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o Statement Stargaz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BDBF92-A2F1-D843-3042-80D92C6AA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4F45FF-59B9-E29B-31EF-9B1FAAC84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13F91C-F9F2-CD31-2A8E-D0390297F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8417948E-B339-845A-9D65-AF73B0157633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B308EB5-1B0D-B696-5B5B-1A12360B263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1475" y="828358"/>
            <a:ext cx="9509125" cy="5262880"/>
          </a:xfrm>
        </p:spPr>
        <p:txBody>
          <a:bodyPr/>
          <a:lstStyle>
            <a:lvl1pPr>
              <a:spcBef>
                <a:spcPts val="0"/>
              </a:spcBef>
              <a:defRPr sz="5500" spc="-22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4800" b="1" spc="-200" baseline="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None/>
              <a:defRPr sz="4400" b="1" spc="-150" baseline="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Picture 1" descr="Shape, arrow&#10;&#10;Description automatically generated">
            <a:extLst>
              <a:ext uri="{FF2B5EF4-FFF2-40B4-BE49-F238E27FC236}">
                <a16:creationId xmlns:a16="http://schemas.microsoft.com/office/drawing/2014/main" id="{8CA46F79-73F2-ECE5-8438-C488F98F7FA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>
            <a:off x="10166350" y="4820914"/>
            <a:ext cx="1701800" cy="173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953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927A87-D700-6CD8-D9E6-AF07255FCF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6E1F27-9973-1709-089F-97F6C6E1D3E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76" y="2298700"/>
            <a:ext cx="5051424" cy="3970338"/>
          </a:xfrm>
        </p:spPr>
        <p:txBody>
          <a:bodyPr/>
          <a:lstStyle>
            <a:lvl1pPr>
              <a:defRPr sz="3000" spc="-100" baseline="0">
                <a:solidFill>
                  <a:schemeClr val="tx1"/>
                </a:solidFill>
              </a:defRPr>
            </a:lvl1pPr>
            <a:lvl2pPr>
              <a:defRPr sz="2500" b="1" spc="-70" baseline="0"/>
            </a:lvl2pPr>
            <a:lvl3pPr marL="0" indent="0">
              <a:buNone/>
              <a:defRPr sz="2000" b="1" spc="-50" baseline="0"/>
            </a:lvl3pPr>
            <a:lvl4pPr marL="0" indent="0">
              <a:buNone/>
              <a:defRPr sz="18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D2BADBC-6702-6123-2704-AC16EF760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5051425" cy="8464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9166967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and Imag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98D6758-0242-3CF3-AA74-0996F98794E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33936" y="0"/>
            <a:ext cx="6858064" cy="6858000"/>
          </a:xfrm>
          <a:custGeom>
            <a:avLst/>
            <a:gdLst>
              <a:gd name="connsiteX0" fmla="*/ 6858064 w 6858064"/>
              <a:gd name="connsiteY0" fmla="*/ 0 h 6858000"/>
              <a:gd name="connsiteX1" fmla="*/ 6858064 w 6858064"/>
              <a:gd name="connsiteY1" fmla="*/ 6858000 h 6858000"/>
              <a:gd name="connsiteX2" fmla="*/ 0 w 6858064"/>
              <a:gd name="connsiteY2" fmla="*/ 6858000 h 6858000"/>
              <a:gd name="connsiteX3" fmla="*/ 6858064 w 6858064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64" h="6858000">
                <a:moveTo>
                  <a:pt x="6858064" y="0"/>
                </a:moveTo>
                <a:lnTo>
                  <a:pt x="6858064" y="6858000"/>
                </a:lnTo>
                <a:lnTo>
                  <a:pt x="0" y="6858000"/>
                </a:lnTo>
                <a:cubicBezTo>
                  <a:pt x="0" y="3070416"/>
                  <a:pt x="3070480" y="0"/>
                  <a:pt x="685806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6E1F27-9973-1709-089F-97F6C6E1D3E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76" y="2298700"/>
            <a:ext cx="5051424" cy="3970338"/>
          </a:xfrm>
        </p:spPr>
        <p:txBody>
          <a:bodyPr/>
          <a:lstStyle>
            <a:lvl1pPr>
              <a:defRPr sz="3000" spc="-100" baseline="0">
                <a:solidFill>
                  <a:schemeClr val="tx1"/>
                </a:solidFill>
              </a:defRPr>
            </a:lvl1pPr>
            <a:lvl2pPr>
              <a:defRPr sz="2500" b="1" spc="-70" baseline="0"/>
            </a:lvl2pPr>
            <a:lvl3pPr marL="0" indent="0">
              <a:buNone/>
              <a:defRPr sz="2000" b="1" spc="-50" baseline="0"/>
            </a:lvl3pPr>
            <a:lvl4pPr marL="0" indent="0">
              <a:buNone/>
              <a:defRPr sz="18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361D279-2654-D36F-2358-EA98B1927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5051425" cy="8464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657894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and Image circle re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3103D4-3B37-82CB-11F8-811B4CC492D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33968" y="-32"/>
            <a:ext cx="6858000" cy="6858064"/>
          </a:xfrm>
          <a:custGeom>
            <a:avLst/>
            <a:gdLst>
              <a:gd name="connsiteX0" fmla="*/ 0 w 6858000"/>
              <a:gd name="connsiteY0" fmla="*/ 0 h 6858064"/>
              <a:gd name="connsiteX1" fmla="*/ 6858000 w 6858000"/>
              <a:gd name="connsiteY1" fmla="*/ 0 h 6858064"/>
              <a:gd name="connsiteX2" fmla="*/ 6858000 w 6858000"/>
              <a:gd name="connsiteY2" fmla="*/ 6858064 h 6858064"/>
              <a:gd name="connsiteX3" fmla="*/ 0 w 6858000"/>
              <a:gd name="connsiteY3" fmla="*/ 0 h 6858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6858064">
                <a:moveTo>
                  <a:pt x="0" y="0"/>
                </a:moveTo>
                <a:lnTo>
                  <a:pt x="6858000" y="0"/>
                </a:lnTo>
                <a:lnTo>
                  <a:pt x="6858000" y="6858064"/>
                </a:lnTo>
                <a:cubicBezTo>
                  <a:pt x="3070416" y="6858064"/>
                  <a:pt x="0" y="3787584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6E1F27-9973-1709-089F-97F6C6E1D3E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76" y="2298700"/>
            <a:ext cx="5051424" cy="3970338"/>
          </a:xfrm>
        </p:spPr>
        <p:txBody>
          <a:bodyPr/>
          <a:lstStyle>
            <a:lvl1pPr>
              <a:defRPr sz="3000" spc="-100" baseline="0">
                <a:solidFill>
                  <a:schemeClr val="tx1"/>
                </a:solidFill>
              </a:defRPr>
            </a:lvl1pPr>
            <a:lvl2pPr>
              <a:defRPr sz="2500" b="1" spc="-70" baseline="0"/>
            </a:lvl2pPr>
            <a:lvl3pPr marL="0" indent="0">
              <a:buNone/>
              <a:defRPr sz="2000" b="1" spc="-50" baseline="0"/>
            </a:lvl3pPr>
            <a:lvl4pPr marL="0" indent="0">
              <a:buNone/>
              <a:defRPr sz="18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A361D279-2654-D36F-2358-EA98B1927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5051425" cy="8464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395320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927A87-D700-6CD8-D9E6-AF07255FCF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E8CC6D-8532-FA59-C2EC-09033C0C2E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75" y="2266950"/>
            <a:ext cx="4662488" cy="4033838"/>
          </a:xfrm>
        </p:spPr>
        <p:txBody>
          <a:bodyPr/>
          <a:lstStyle>
            <a:lvl1pPr>
              <a:spcBef>
                <a:spcPts val="1600"/>
              </a:spcBef>
              <a:spcAft>
                <a:spcPts val="0"/>
              </a:spcAft>
              <a:defRPr sz="1900">
                <a:solidFill>
                  <a:schemeClr val="tx2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12">
            <a:extLst>
              <a:ext uri="{FF2B5EF4-FFF2-40B4-BE49-F238E27FC236}">
                <a16:creationId xmlns:a16="http://schemas.microsoft.com/office/drawing/2014/main" id="{35776DC6-524E-6ECF-EF5E-A33716351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5051425" cy="8464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286377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circ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FE8CE13-E83B-D382-F02E-04B66251011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33936" y="0"/>
            <a:ext cx="6858064" cy="6858000"/>
          </a:xfrm>
          <a:custGeom>
            <a:avLst/>
            <a:gdLst>
              <a:gd name="connsiteX0" fmla="*/ 6858064 w 6858064"/>
              <a:gd name="connsiteY0" fmla="*/ 0 h 6858000"/>
              <a:gd name="connsiteX1" fmla="*/ 6858064 w 6858064"/>
              <a:gd name="connsiteY1" fmla="*/ 6858000 h 6858000"/>
              <a:gd name="connsiteX2" fmla="*/ 0 w 6858064"/>
              <a:gd name="connsiteY2" fmla="*/ 6858000 h 6858000"/>
              <a:gd name="connsiteX3" fmla="*/ 6858064 w 6858064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64" h="6858000">
                <a:moveTo>
                  <a:pt x="6858064" y="0"/>
                </a:moveTo>
                <a:lnTo>
                  <a:pt x="6858064" y="6858000"/>
                </a:lnTo>
                <a:lnTo>
                  <a:pt x="0" y="6858000"/>
                </a:lnTo>
                <a:cubicBezTo>
                  <a:pt x="0" y="3070416"/>
                  <a:pt x="3070480" y="0"/>
                  <a:pt x="685806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E8CC6D-8532-FA59-C2EC-09033C0C2E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75" y="2266950"/>
            <a:ext cx="4662488" cy="4033838"/>
          </a:xfrm>
        </p:spPr>
        <p:txBody>
          <a:bodyPr/>
          <a:lstStyle>
            <a:lvl1pPr>
              <a:spcBef>
                <a:spcPts val="1600"/>
              </a:spcBef>
              <a:spcAft>
                <a:spcPts val="0"/>
              </a:spcAft>
              <a:defRPr sz="1900">
                <a:solidFill>
                  <a:schemeClr val="tx2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C76FB675-DD64-C9DE-9B36-355971AC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5051425" cy="8464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4109078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circle re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F97C9A47-9D83-0160-B3E1-829AC5BBE31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333968" y="-32"/>
            <a:ext cx="6858000" cy="6858064"/>
          </a:xfrm>
          <a:custGeom>
            <a:avLst/>
            <a:gdLst>
              <a:gd name="connsiteX0" fmla="*/ 0 w 6858000"/>
              <a:gd name="connsiteY0" fmla="*/ 0 h 6858064"/>
              <a:gd name="connsiteX1" fmla="*/ 6858000 w 6858000"/>
              <a:gd name="connsiteY1" fmla="*/ 0 h 6858064"/>
              <a:gd name="connsiteX2" fmla="*/ 6858000 w 6858000"/>
              <a:gd name="connsiteY2" fmla="*/ 6858064 h 6858064"/>
              <a:gd name="connsiteX3" fmla="*/ 0 w 6858000"/>
              <a:gd name="connsiteY3" fmla="*/ 0 h 68580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6858064">
                <a:moveTo>
                  <a:pt x="0" y="0"/>
                </a:moveTo>
                <a:lnTo>
                  <a:pt x="6858000" y="0"/>
                </a:lnTo>
                <a:lnTo>
                  <a:pt x="6858000" y="6858064"/>
                </a:lnTo>
                <a:cubicBezTo>
                  <a:pt x="3070416" y="6858064"/>
                  <a:pt x="0" y="3787584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E8CC6D-8532-FA59-C2EC-09033C0C2E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75" y="2266950"/>
            <a:ext cx="4662488" cy="4033838"/>
          </a:xfrm>
        </p:spPr>
        <p:txBody>
          <a:bodyPr/>
          <a:lstStyle>
            <a:lvl1pPr>
              <a:spcBef>
                <a:spcPts val="1600"/>
              </a:spcBef>
              <a:spcAft>
                <a:spcPts val="0"/>
              </a:spcAft>
              <a:defRPr sz="1900">
                <a:solidFill>
                  <a:schemeClr val="tx2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C76FB675-DD64-C9DE-9B36-355971AC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5051425" cy="8464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4488957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diamo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079F616-1FC5-22FD-7432-18FC2863B91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334000" y="0"/>
            <a:ext cx="6858000" cy="6858000"/>
          </a:xfrm>
          <a:custGeom>
            <a:avLst/>
            <a:gdLst>
              <a:gd name="connsiteX0" fmla="*/ 3429000 w 6858000"/>
              <a:gd name="connsiteY0" fmla="*/ 0 h 6858000"/>
              <a:gd name="connsiteX1" fmla="*/ 6858000 w 6858000"/>
              <a:gd name="connsiteY1" fmla="*/ 3429000 h 6858000"/>
              <a:gd name="connsiteX2" fmla="*/ 3429000 w 6858000"/>
              <a:gd name="connsiteY2" fmla="*/ 6858000 h 6858000"/>
              <a:gd name="connsiteX3" fmla="*/ 0 w 6858000"/>
              <a:gd name="connsiteY3" fmla="*/ 3429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6858000">
                <a:moveTo>
                  <a:pt x="3429000" y="0"/>
                </a:moveTo>
                <a:lnTo>
                  <a:pt x="6858000" y="3429000"/>
                </a:lnTo>
                <a:lnTo>
                  <a:pt x="3429000" y="6858000"/>
                </a:lnTo>
                <a:lnTo>
                  <a:pt x="0" y="34290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E8CC6D-8532-FA59-C2EC-09033C0C2E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75" y="2266950"/>
            <a:ext cx="4662488" cy="4033838"/>
          </a:xfrm>
        </p:spPr>
        <p:txBody>
          <a:bodyPr/>
          <a:lstStyle>
            <a:lvl1pPr>
              <a:spcBef>
                <a:spcPts val="1600"/>
              </a:spcBef>
              <a:spcAft>
                <a:spcPts val="0"/>
              </a:spcAft>
              <a:defRPr sz="1900">
                <a:solidFill>
                  <a:schemeClr val="tx2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12">
            <a:extLst>
              <a:ext uri="{FF2B5EF4-FFF2-40B4-BE49-F238E27FC236}">
                <a16:creationId xmlns:a16="http://schemas.microsoft.com/office/drawing/2014/main" id="{C76FB675-DD64-C9DE-9B36-355971AC2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5051425" cy="8464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642749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7C604B-1B41-C5F7-7845-BA710D16E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E5AA8-DA4E-36AD-0E7D-CDDA8A212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F8585-80FE-9E4A-B304-00175135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AF5344-F12B-A99B-A502-272590B7787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9839324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6C9B57-11B3-A4C6-6C41-BFD61DF8F1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75" y="2325600"/>
            <a:ext cx="7870825" cy="3970338"/>
          </a:xfrm>
        </p:spPr>
        <p:txBody>
          <a:bodyPr/>
          <a:lstStyle>
            <a:lvl1pPr marL="358775" indent="-358775">
              <a:lnSpc>
                <a:spcPct val="110000"/>
              </a:lnSpc>
              <a:spcBef>
                <a:spcPts val="1500"/>
              </a:spcBef>
              <a:buClr>
                <a:schemeClr val="tx2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3000" spc="0" baseline="0">
                <a:solidFill>
                  <a:schemeClr val="tx1"/>
                </a:solidFill>
              </a:defRPr>
            </a:lvl1pPr>
            <a:lvl2pPr marL="715963" indent="-357188">
              <a:lnSpc>
                <a:spcPct val="110000"/>
              </a:lnSpc>
              <a:spcBef>
                <a:spcPts val="1000"/>
              </a:spcBef>
              <a:buClr>
                <a:schemeClr val="tx2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500" b="1" spc="0" baseline="0"/>
            </a:lvl2pPr>
            <a:lvl3pPr marL="1074738" indent="-358775">
              <a:lnSpc>
                <a:spcPct val="110000"/>
              </a:lnSpc>
              <a:spcBef>
                <a:spcPts val="500"/>
              </a:spcBef>
              <a:buClr>
                <a:schemeClr val="tx2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 b="1" spc="0" baseline="0"/>
            </a:lvl3pPr>
            <a:lvl4pPr marL="1341438" indent="-266700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 b="1" spc="0"/>
            </a:lvl4pPr>
            <a:lvl5pPr marL="1616075" indent="-274638">
              <a:lnSpc>
                <a:spcPct val="110000"/>
              </a:lnSpc>
              <a:spcBef>
                <a:spcPts val="0"/>
              </a:spcBef>
              <a:buClr>
                <a:schemeClr val="tx2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600" b="1" spc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18B423D-95AA-234E-6796-7FDE10648A98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850161" y="360572"/>
            <a:ext cx="982800" cy="986865"/>
            <a:chOff x="9370411" y="4636077"/>
            <a:chExt cx="2212162" cy="222131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D27073-FD99-A2F1-9B67-44DBA68D78A2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CD5092D-B21D-5ED6-9683-521763E6507E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bg2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6FE3112-75EE-D49B-D12B-44B539447AAC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A550CEE-1C77-B6F1-F739-CCA9BE62D99A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CAFE461-868B-A5CA-5394-88AE0BA1C870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9" name="Title 18">
            <a:extLst>
              <a:ext uri="{FF2B5EF4-FFF2-40B4-BE49-F238E27FC236}">
                <a16:creationId xmlns:a16="http://schemas.microsoft.com/office/drawing/2014/main" id="{C8161630-E16D-79A1-7BED-6F3FDA36E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9839325" cy="8464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22775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Bullets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15">
            <a:extLst>
              <a:ext uri="{FF2B5EF4-FFF2-40B4-BE49-F238E27FC236}">
                <a16:creationId xmlns:a16="http://schemas.microsoft.com/office/drawing/2014/main" id="{01E7B002-0959-A191-1A81-5721B7AFA36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7C604B-1B41-C5F7-7845-BA710D16E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1E5AA8-DA4E-36AD-0E7D-CDDA8A212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5F8585-80FE-9E4A-B304-00175135C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36AF5344-F12B-A99B-A502-272590B77874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9839324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C6C9B57-11B3-A4C6-6C41-BFD61DF8F19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75" y="2325600"/>
            <a:ext cx="7870825" cy="3970338"/>
          </a:xfrm>
        </p:spPr>
        <p:txBody>
          <a:bodyPr/>
          <a:lstStyle>
            <a:lvl1pPr marL="358775" indent="-358775">
              <a:lnSpc>
                <a:spcPct val="110000"/>
              </a:lnSpc>
              <a:spcBef>
                <a:spcPts val="1500"/>
              </a:spcBef>
              <a:buClr>
                <a:schemeClr val="bg2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3000" spc="0" baseline="0">
                <a:solidFill>
                  <a:schemeClr val="tx1"/>
                </a:solidFill>
              </a:defRPr>
            </a:lvl1pPr>
            <a:lvl2pPr marL="715963" indent="-357188">
              <a:lnSpc>
                <a:spcPct val="110000"/>
              </a:lnSpc>
              <a:spcBef>
                <a:spcPts val="1000"/>
              </a:spcBef>
              <a:buClr>
                <a:schemeClr val="bg2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500" b="1" spc="0" baseline="0"/>
            </a:lvl2pPr>
            <a:lvl3pPr marL="1074738" indent="-358775">
              <a:lnSpc>
                <a:spcPct val="110000"/>
              </a:lnSpc>
              <a:spcBef>
                <a:spcPts val="500"/>
              </a:spcBef>
              <a:buClr>
                <a:schemeClr val="bg2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2000" b="1" spc="0" baseline="0"/>
            </a:lvl3pPr>
            <a:lvl4pPr marL="1341438" indent="-266700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800" b="1" spc="0"/>
            </a:lvl4pPr>
            <a:lvl5pPr marL="1616075" indent="-274638">
              <a:lnSpc>
                <a:spcPct val="110000"/>
              </a:lnSpc>
              <a:spcBef>
                <a:spcPts val="0"/>
              </a:spcBef>
              <a:buClr>
                <a:schemeClr val="bg2"/>
              </a:buClr>
              <a:buFontTx/>
              <a:buBlip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defRPr sz="1600" b="1" spc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18B423D-95AA-234E-6796-7FDE10648A98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850161" y="360572"/>
            <a:ext cx="982800" cy="986865"/>
            <a:chOff x="9370411" y="4636077"/>
            <a:chExt cx="2212162" cy="222131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D27073-FD99-A2F1-9B67-44DBA68D78A2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CD5092D-B21D-5ED6-9683-521763E6507E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bg2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6FE3112-75EE-D49B-D12B-44B539447AAC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A550CEE-1C77-B6F1-F739-CCA9BE62D99A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CAFE461-868B-A5CA-5394-88AE0BA1C870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00534530-B2D8-C981-BD14-9DFD9250F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9839324" cy="8464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863190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9839324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C6E1F27-9973-1709-089F-97F6C6E1D3E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75" y="2729561"/>
            <a:ext cx="5260059" cy="3602977"/>
          </a:xfrm>
        </p:spPr>
        <p:txBody>
          <a:bodyPr/>
          <a:lstStyle>
            <a:lvl1pPr>
              <a:defRPr sz="3000" spc="-100" baseline="0">
                <a:solidFill>
                  <a:schemeClr val="tx1"/>
                </a:solidFill>
              </a:defRPr>
            </a:lvl1pPr>
            <a:lvl2pPr>
              <a:defRPr sz="2500" b="1" spc="-70" baseline="0"/>
            </a:lvl2pPr>
            <a:lvl3pPr marL="0" indent="0">
              <a:buNone/>
              <a:defRPr sz="2000" b="1" spc="-50" baseline="0"/>
            </a:lvl3pPr>
            <a:lvl4pPr marL="0" indent="0">
              <a:buNone/>
              <a:defRPr sz="1800" b="1"/>
            </a:lvl4pPr>
            <a:lvl5pPr marL="0" indent="0">
              <a:buNone/>
              <a:defRPr sz="1600" b="1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33DB6CD-D42C-F0BB-9658-A83261525E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1262" y="2754961"/>
            <a:ext cx="4662488" cy="3577577"/>
          </a:xfrm>
        </p:spPr>
        <p:txBody>
          <a:bodyPr/>
          <a:lstStyle>
            <a:lvl1pPr>
              <a:spcBef>
                <a:spcPts val="1600"/>
              </a:spcBef>
              <a:spcAft>
                <a:spcPts val="0"/>
              </a:spcAft>
              <a:defRPr sz="1900">
                <a:solidFill>
                  <a:schemeClr val="tx2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D26727-FD07-07F6-602E-118BD5AED653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850161" y="360572"/>
            <a:ext cx="982800" cy="986865"/>
            <a:chOff x="9370411" y="4636077"/>
            <a:chExt cx="2212162" cy="222131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07D072-69D6-A292-1942-D87B573CA889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4159D2-22AB-6EEC-BBD0-DA87A07C559F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bg2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ECF0F9A-8B6B-06A9-E6FB-BFD79DAF50A0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2C6FCD-0626-593C-34F8-53996DF91D91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6EC8D80-EAB5-FCFD-80F3-2AD428806743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56D8E6B5-0020-46AB-83CC-DD12040D4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9839320" cy="8464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88640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9839324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33DB6CD-D42C-F0BB-9658-A83261525E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75" y="2946400"/>
            <a:ext cx="3575049" cy="3149600"/>
          </a:xfrm>
        </p:spPr>
        <p:txBody>
          <a:bodyPr/>
          <a:lstStyle>
            <a:lvl1pPr>
              <a:spcBef>
                <a:spcPts val="1600"/>
              </a:spcBef>
              <a:spcAft>
                <a:spcPts val="1200"/>
              </a:spcAft>
              <a:defRPr sz="1900">
                <a:solidFill>
                  <a:schemeClr val="accent4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D26727-FD07-07F6-602E-118BD5AED653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850161" y="360572"/>
            <a:ext cx="982800" cy="986865"/>
            <a:chOff x="9370411" y="4636077"/>
            <a:chExt cx="2212162" cy="222131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07D072-69D6-A292-1942-D87B573CA889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4159D2-22AB-6EEC-BBD0-DA87A07C559F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bg2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ECF0F9A-8B6B-06A9-E6FB-BFD79DAF50A0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2C6FCD-0626-593C-34F8-53996DF91D91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6EC8D80-EAB5-FCFD-80F3-2AD428806743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4A2BBD7-4624-0004-5C2F-92339F28BA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05300" y="2946400"/>
            <a:ext cx="3575049" cy="3149600"/>
          </a:xfrm>
        </p:spPr>
        <p:txBody>
          <a:bodyPr/>
          <a:lstStyle>
            <a:lvl1pPr>
              <a:spcBef>
                <a:spcPts val="1600"/>
              </a:spcBef>
              <a:spcAft>
                <a:spcPts val="1200"/>
              </a:spcAft>
              <a:defRPr sz="1900">
                <a:solidFill>
                  <a:schemeClr val="accent2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BA52B35-A0C9-024C-20E7-1399ADA107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39125" y="2946400"/>
            <a:ext cx="3575049" cy="3149600"/>
          </a:xfrm>
        </p:spPr>
        <p:txBody>
          <a:bodyPr/>
          <a:lstStyle>
            <a:lvl1pPr>
              <a:spcBef>
                <a:spcPts val="1600"/>
              </a:spcBef>
              <a:spcAft>
                <a:spcPts val="1200"/>
              </a:spcAft>
              <a:defRPr sz="1900">
                <a:solidFill>
                  <a:schemeClr val="accent3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D7512332-5103-323E-57F1-BECA96BCF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9839325" cy="8464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5856540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text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9839324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33DB6CD-D42C-F0BB-9658-A83261525E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75" y="4888707"/>
            <a:ext cx="3575049" cy="1443831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accent4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/>
            </a:lvl4pPr>
            <a:lvl5pPr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D26727-FD07-07F6-602E-118BD5AED653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850161" y="360572"/>
            <a:ext cx="982800" cy="986865"/>
            <a:chOff x="9370411" y="4636077"/>
            <a:chExt cx="2212162" cy="222131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07D072-69D6-A292-1942-D87B573CA889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4159D2-22AB-6EEC-BBD0-DA87A07C559F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bg2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ECF0F9A-8B6B-06A9-E6FB-BFD79DAF50A0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2C6FCD-0626-593C-34F8-53996DF91D91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6EC8D80-EAB5-FCFD-80F3-2AD428806743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4A2BBD7-4624-0004-5C2F-92339F28BA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05300" y="4888707"/>
            <a:ext cx="3575049" cy="1443831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accen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/>
            </a:lvl4pPr>
            <a:lvl5pPr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BA52B35-A0C9-024C-20E7-1399ADA107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2300" y="4888707"/>
            <a:ext cx="3575049" cy="1443831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accent3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/>
            </a:lvl4pPr>
            <a:lvl5pPr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D7512332-5103-323E-57F1-BECA96BCF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9839325" cy="8464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34B7A29-35C3-7D59-C26C-B9F563D8EC1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71474" y="2285206"/>
            <a:ext cx="3575048" cy="21304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F86DBBC1-7B83-53C6-8865-B5D34A55175C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06866" y="2285206"/>
            <a:ext cx="3575048" cy="21304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2B98E746-9E2C-122C-EDC0-EDC6C418E98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242300" y="2285206"/>
            <a:ext cx="3575048" cy="2130425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823391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9839324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33DB6CD-D42C-F0BB-9658-A83261525E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21258" y="2463256"/>
            <a:ext cx="2590801" cy="3386138"/>
          </a:xfrm>
        </p:spPr>
        <p:txBody>
          <a:bodyPr/>
          <a:lstStyle>
            <a:lvl1pPr>
              <a:spcBef>
                <a:spcPts val="1600"/>
              </a:spcBef>
              <a:spcAft>
                <a:spcPts val="1200"/>
              </a:spcAft>
              <a:defRPr sz="1900">
                <a:solidFill>
                  <a:schemeClr val="accent4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D26727-FD07-07F6-602E-118BD5AED653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850161" y="360572"/>
            <a:ext cx="982800" cy="986865"/>
            <a:chOff x="9370411" y="4636077"/>
            <a:chExt cx="2212162" cy="222131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07D072-69D6-A292-1942-D87B573CA889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4159D2-22AB-6EEC-BBD0-DA87A07C559F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bg2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ECF0F9A-8B6B-06A9-E6FB-BFD79DAF50A0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2C6FCD-0626-593C-34F8-53996DF91D91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6EC8D80-EAB5-FCFD-80F3-2AD428806743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4A2BBD7-4624-0004-5C2F-92339F28BA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71715" y="2463256"/>
            <a:ext cx="2592000" cy="3386138"/>
          </a:xfrm>
        </p:spPr>
        <p:txBody>
          <a:bodyPr/>
          <a:lstStyle>
            <a:lvl1pPr>
              <a:spcBef>
                <a:spcPts val="1600"/>
              </a:spcBef>
              <a:spcAft>
                <a:spcPts val="1200"/>
              </a:spcAft>
              <a:defRPr sz="1900">
                <a:solidFill>
                  <a:schemeClr val="accent2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BA52B35-A0C9-024C-20E7-1399ADA107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23373" y="2463256"/>
            <a:ext cx="2592000" cy="3386138"/>
          </a:xfrm>
        </p:spPr>
        <p:txBody>
          <a:bodyPr/>
          <a:lstStyle>
            <a:lvl1pPr>
              <a:spcBef>
                <a:spcPts val="1600"/>
              </a:spcBef>
              <a:spcAft>
                <a:spcPts val="1200"/>
              </a:spcAft>
              <a:defRPr sz="1900">
                <a:solidFill>
                  <a:schemeClr val="accent3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D7512332-5103-323E-57F1-BECA96BCF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9839325" cy="8464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03A8AC65-A61E-1756-1EA6-11E3C16392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0800" y="2463256"/>
            <a:ext cx="2590801" cy="3386138"/>
          </a:xfrm>
        </p:spPr>
        <p:txBody>
          <a:bodyPr/>
          <a:lstStyle>
            <a:lvl1pPr>
              <a:spcBef>
                <a:spcPts val="1600"/>
              </a:spcBef>
              <a:spcAft>
                <a:spcPts val="1200"/>
              </a:spcAft>
              <a:defRPr sz="1900">
                <a:solidFill>
                  <a:schemeClr val="accent1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712333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text +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9839324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33DB6CD-D42C-F0BB-9658-A83261525E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21258" y="4737100"/>
            <a:ext cx="2590801" cy="1595438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accent4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/>
            </a:lvl4pPr>
            <a:lvl5pPr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D26727-FD07-07F6-602E-118BD5AED653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850161" y="360572"/>
            <a:ext cx="982800" cy="986865"/>
            <a:chOff x="9370411" y="4636077"/>
            <a:chExt cx="2212162" cy="222131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07D072-69D6-A292-1942-D87B573CA889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4159D2-22AB-6EEC-BBD0-DA87A07C559F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bg2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ECF0F9A-8B6B-06A9-E6FB-BFD79DAF50A0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2C6FCD-0626-593C-34F8-53996DF91D91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6EC8D80-EAB5-FCFD-80F3-2AD428806743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4A2BBD7-4624-0004-5C2F-92339F28BA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71715" y="4737100"/>
            <a:ext cx="2592000" cy="1595438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accen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/>
            </a:lvl4pPr>
            <a:lvl5pPr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BA52B35-A0C9-024C-20E7-1399ADA107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23373" y="4737100"/>
            <a:ext cx="2592000" cy="1595438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accent3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/>
            </a:lvl4pPr>
            <a:lvl5pPr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D7512332-5103-323E-57F1-BECA96BCF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9839325" cy="8464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03A8AC65-A61E-1756-1EA6-11E3C16392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0800" y="4737100"/>
            <a:ext cx="2590801" cy="1595438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/>
            </a:lvl4pPr>
            <a:lvl5pPr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2" name="Picture Placeholder 9">
            <a:extLst>
              <a:ext uri="{FF2B5EF4-FFF2-40B4-BE49-F238E27FC236}">
                <a16:creationId xmlns:a16="http://schemas.microsoft.com/office/drawing/2014/main" id="{B97F9898-B6CA-A0E3-E520-AB0445B900E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3" y="2514056"/>
            <a:ext cx="2590801" cy="171980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1B9D10A9-8A18-D7DB-A700-FC030AE1588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322106" y="2514056"/>
            <a:ext cx="2590801" cy="171980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AF701A55-D3B0-632D-805A-C325B13BF22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72739" y="2514056"/>
            <a:ext cx="2590801" cy="171980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BBBD41D4-CCF6-704C-1996-9C85D844D7E4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223373" y="2514056"/>
            <a:ext cx="2590801" cy="171980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059325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text +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9839324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33DB6CD-D42C-F0BB-9658-A83261525E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21258" y="4737100"/>
            <a:ext cx="2590801" cy="1595438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accent4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/>
            </a:lvl4pPr>
            <a:lvl5pPr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D26727-FD07-07F6-602E-118BD5AED653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850161" y="360572"/>
            <a:ext cx="982800" cy="986865"/>
            <a:chOff x="9370411" y="4636077"/>
            <a:chExt cx="2212162" cy="222131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07D072-69D6-A292-1942-D87B573CA889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4159D2-22AB-6EEC-BBD0-DA87A07C559F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bg2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ECF0F9A-8B6B-06A9-E6FB-BFD79DAF50A0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2C6FCD-0626-593C-34F8-53996DF91D91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6EC8D80-EAB5-FCFD-80F3-2AD428806743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4A2BBD7-4624-0004-5C2F-92339F28BA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71715" y="4737100"/>
            <a:ext cx="2592000" cy="1595438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accent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/>
            </a:lvl4pPr>
            <a:lvl5pPr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BA52B35-A0C9-024C-20E7-1399ADA107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23373" y="4737100"/>
            <a:ext cx="2592000" cy="1595438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accent3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/>
            </a:lvl4pPr>
            <a:lvl5pPr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D7512332-5103-323E-57F1-BECA96BCF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9839325" cy="8464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03A8AC65-A61E-1756-1EA6-11E3C16392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0800" y="4737100"/>
            <a:ext cx="2590801" cy="1595438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accent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/>
            </a:lvl4pPr>
            <a:lvl5pPr>
              <a:spcBef>
                <a:spcPts val="0"/>
              </a:spcBef>
              <a:spcAft>
                <a:spcPts val="0"/>
              </a:spcAft>
              <a:defRPr sz="1100"/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3619543-F709-6F19-BE03-9DAFA6AA8F1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1762" y="2313882"/>
            <a:ext cx="2743200" cy="1895475"/>
          </a:xfrm>
        </p:spPr>
        <p:txBody>
          <a:bodyPr/>
          <a:lstStyle>
            <a:lvl1pPr algn="l">
              <a:defRPr sz="8250" b="1" spc="-4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BB93BA4-F2E0-D447-EE4F-19EE663E7CF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74512" y="2313882"/>
            <a:ext cx="2743200" cy="1895475"/>
          </a:xfrm>
        </p:spPr>
        <p:txBody>
          <a:bodyPr/>
          <a:lstStyle>
            <a:lvl1pPr algn="l">
              <a:defRPr sz="8250" b="1" spc="-400" baseline="0">
                <a:solidFill>
                  <a:schemeClr val="accent4"/>
                </a:solidFill>
              </a:defRPr>
            </a:lvl1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068496B8-80DA-B06D-4616-7134DC841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6787" y="2313882"/>
            <a:ext cx="2743200" cy="1895475"/>
          </a:xfrm>
        </p:spPr>
        <p:txBody>
          <a:bodyPr/>
          <a:lstStyle>
            <a:lvl1pPr algn="l">
              <a:defRPr sz="8250" b="1" spc="-400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596AAF9-0B25-9010-9EBC-0B050321F1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80012" y="2313882"/>
            <a:ext cx="2743200" cy="1895475"/>
          </a:xfrm>
        </p:spPr>
        <p:txBody>
          <a:bodyPr/>
          <a:lstStyle>
            <a:lvl1pPr algn="l">
              <a:defRPr sz="8250" b="1" spc="-400" baseline="0">
                <a:solidFill>
                  <a:schemeClr val="accent3"/>
                </a:solidFill>
              </a:defRPr>
            </a:lvl1pPr>
          </a:lstStyle>
          <a:p>
            <a:pPr lvl="0"/>
            <a:r>
              <a:rPr lang="en-US" dirty="0"/>
              <a:t>0000</a:t>
            </a:r>
          </a:p>
        </p:txBody>
      </p:sp>
    </p:spTree>
    <p:extLst>
      <p:ext uri="{BB962C8B-B14F-4D97-AF65-F5344CB8AC3E}">
        <p14:creationId xmlns:p14="http://schemas.microsoft.com/office/powerpoint/2010/main" val="275482185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text + Stats bg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BD2A5F0C-C3EC-4D1F-6617-5EE659F13DB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9839324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C33DB6CD-D42C-F0BB-9658-A83261525E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21258" y="4737100"/>
            <a:ext cx="2590801" cy="1595438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296F6A0-8B6C-155F-81A6-FF359A4028B9}"/>
              </a:ext>
            </a:extLst>
          </p:cNvPr>
          <p:cNvCxnSpPr/>
          <p:nvPr userDrawn="1"/>
        </p:nvCxnSpPr>
        <p:spPr>
          <a:xfrm>
            <a:off x="6092823" y="2514056"/>
            <a:ext cx="0" cy="345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7D26727-FD07-07F6-602E-118BD5AED653}"/>
              </a:ext>
            </a:extLst>
          </p:cNvPr>
          <p:cNvGrpSpPr>
            <a:grpSpLocks noChangeAspect="1"/>
          </p:cNvGrpSpPr>
          <p:nvPr userDrawn="1"/>
        </p:nvGrpSpPr>
        <p:grpSpPr>
          <a:xfrm rot="16200000">
            <a:off x="10850161" y="360572"/>
            <a:ext cx="982800" cy="986865"/>
            <a:chOff x="9370411" y="4636077"/>
            <a:chExt cx="2212162" cy="2221312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607D072-69D6-A292-1942-D87B573CA889}"/>
                </a:ext>
              </a:extLst>
            </p:cNvPr>
            <p:cNvSpPr/>
            <p:nvPr/>
          </p:nvSpPr>
          <p:spPr>
            <a:xfrm>
              <a:off x="10107798" y="6116952"/>
              <a:ext cx="737387" cy="740437"/>
            </a:xfrm>
            <a:custGeom>
              <a:avLst/>
              <a:gdLst>
                <a:gd name="connsiteX0" fmla="*/ 368693 w 737387"/>
                <a:gd name="connsiteY0" fmla="*/ 0 h 740437"/>
                <a:gd name="connsiteX1" fmla="*/ 737387 w 737387"/>
                <a:gd name="connsiteY1" fmla="*/ 370175 h 740437"/>
                <a:gd name="connsiteX2" fmla="*/ 368693 w 737387"/>
                <a:gd name="connsiteY2" fmla="*/ 740437 h 740437"/>
                <a:gd name="connsiteX3" fmla="*/ 0 w 737387"/>
                <a:gd name="connsiteY3" fmla="*/ 370175 h 740437"/>
                <a:gd name="connsiteX4" fmla="*/ 368693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3" y="0"/>
                  </a:moveTo>
                  <a:lnTo>
                    <a:pt x="737387" y="370175"/>
                  </a:lnTo>
                  <a:lnTo>
                    <a:pt x="368693" y="740437"/>
                  </a:lnTo>
                  <a:lnTo>
                    <a:pt x="0" y="370175"/>
                  </a:lnTo>
                  <a:lnTo>
                    <a:pt x="368693" y="0"/>
                  </a:lnTo>
                  <a:close/>
                </a:path>
              </a:pathLst>
            </a:custGeom>
            <a:solidFill>
              <a:schemeClr val="tx1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864159D2-22AB-6EEC-BBD0-DA87A07C559F}"/>
                </a:ext>
              </a:extLst>
            </p:cNvPr>
            <p:cNvSpPr/>
            <p:nvPr/>
          </p:nvSpPr>
          <p:spPr>
            <a:xfrm>
              <a:off x="10845186" y="5376515"/>
              <a:ext cx="737387" cy="740437"/>
            </a:xfrm>
            <a:custGeom>
              <a:avLst/>
              <a:gdLst>
                <a:gd name="connsiteX0" fmla="*/ 368694 w 737387"/>
                <a:gd name="connsiteY0" fmla="*/ 0 h 740437"/>
                <a:gd name="connsiteX1" fmla="*/ 737387 w 737387"/>
                <a:gd name="connsiteY1" fmla="*/ 370175 h 740437"/>
                <a:gd name="connsiteX2" fmla="*/ 368694 w 737387"/>
                <a:gd name="connsiteY2" fmla="*/ 740438 h 740437"/>
                <a:gd name="connsiteX3" fmla="*/ 0 w 737387"/>
                <a:gd name="connsiteY3" fmla="*/ 370175 h 740437"/>
                <a:gd name="connsiteX4" fmla="*/ 368694 w 737387"/>
                <a:gd name="connsiteY4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7387" h="740437">
                  <a:moveTo>
                    <a:pt x="368694" y="0"/>
                  </a:moveTo>
                  <a:lnTo>
                    <a:pt x="737387" y="370175"/>
                  </a:lnTo>
                  <a:lnTo>
                    <a:pt x="368694" y="740438"/>
                  </a:lnTo>
                  <a:lnTo>
                    <a:pt x="0" y="370175"/>
                  </a:lnTo>
                  <a:lnTo>
                    <a:pt x="368694" y="0"/>
                  </a:lnTo>
                  <a:close/>
                </a:path>
              </a:pathLst>
            </a:custGeom>
            <a:solidFill>
              <a:schemeClr val="bg2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ECF0F9A-8B6B-06A9-E6FB-BFD79DAF50A0}"/>
                </a:ext>
              </a:extLst>
            </p:cNvPr>
            <p:cNvSpPr/>
            <p:nvPr/>
          </p:nvSpPr>
          <p:spPr>
            <a:xfrm>
              <a:off x="9370411" y="6116952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652C6FCD-0626-593C-34F8-53996DF91D91}"/>
                </a:ext>
              </a:extLst>
            </p:cNvPr>
            <p:cNvSpPr/>
            <p:nvPr/>
          </p:nvSpPr>
          <p:spPr>
            <a:xfrm>
              <a:off x="10845098" y="6116952"/>
              <a:ext cx="737387" cy="740437"/>
            </a:xfrm>
            <a:custGeom>
              <a:avLst/>
              <a:gdLst>
                <a:gd name="connsiteX0" fmla="*/ 0 w 737387"/>
                <a:gd name="connsiteY0" fmla="*/ 0 h 740437"/>
                <a:gd name="connsiteX1" fmla="*/ 0 w 737387"/>
                <a:gd name="connsiteY1" fmla="*/ 740437 h 740437"/>
                <a:gd name="connsiteX2" fmla="*/ 737387 w 737387"/>
                <a:gd name="connsiteY2" fmla="*/ 0 h 740437"/>
                <a:gd name="connsiteX3" fmla="*/ 0 w 737387"/>
                <a:gd name="connsiteY3" fmla="*/ 0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0" y="0"/>
                  </a:moveTo>
                  <a:lnTo>
                    <a:pt x="0" y="740437"/>
                  </a:lnTo>
                  <a:cubicBezTo>
                    <a:pt x="407210" y="740437"/>
                    <a:pt x="737387" y="408953"/>
                    <a:pt x="73738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6EC8D80-EAB5-FCFD-80F3-2AD428806743}"/>
                </a:ext>
              </a:extLst>
            </p:cNvPr>
            <p:cNvSpPr/>
            <p:nvPr/>
          </p:nvSpPr>
          <p:spPr>
            <a:xfrm>
              <a:off x="10845098" y="4636077"/>
              <a:ext cx="737387" cy="740437"/>
            </a:xfrm>
            <a:custGeom>
              <a:avLst/>
              <a:gdLst>
                <a:gd name="connsiteX0" fmla="*/ 737387 w 737387"/>
                <a:gd name="connsiteY0" fmla="*/ 740437 h 740437"/>
                <a:gd name="connsiteX1" fmla="*/ 737387 w 737387"/>
                <a:gd name="connsiteY1" fmla="*/ 0 h 740437"/>
                <a:gd name="connsiteX2" fmla="*/ 0 w 737387"/>
                <a:gd name="connsiteY2" fmla="*/ 740437 h 740437"/>
                <a:gd name="connsiteX3" fmla="*/ 737387 w 737387"/>
                <a:gd name="connsiteY3" fmla="*/ 740437 h 7404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7387" h="740437">
                  <a:moveTo>
                    <a:pt x="737387" y="740437"/>
                  </a:moveTo>
                  <a:lnTo>
                    <a:pt x="737387" y="0"/>
                  </a:lnTo>
                  <a:cubicBezTo>
                    <a:pt x="330178" y="0"/>
                    <a:pt x="0" y="331484"/>
                    <a:pt x="0" y="740437"/>
                  </a:cubicBezTo>
                  <a:lnTo>
                    <a:pt x="737387" y="740437"/>
                  </a:lnTo>
                  <a:close/>
                </a:path>
              </a:pathLst>
            </a:custGeom>
            <a:solidFill>
              <a:srgbClr val="F77860"/>
            </a:solidFill>
            <a:ln w="870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4A2BBD7-4624-0004-5C2F-92339F28BA0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71715" y="4737100"/>
            <a:ext cx="2592000" cy="1595438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BA52B35-A0C9-024C-20E7-1399ADA107B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23373" y="4737100"/>
            <a:ext cx="2592000" cy="1595438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90D12F8-F7C0-2D54-563A-FE06C5CB04DA}"/>
              </a:ext>
            </a:extLst>
          </p:cNvPr>
          <p:cNvCxnSpPr/>
          <p:nvPr userDrawn="1"/>
        </p:nvCxnSpPr>
        <p:spPr>
          <a:xfrm>
            <a:off x="9043456" y="2514056"/>
            <a:ext cx="0" cy="345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itle 20">
            <a:extLst>
              <a:ext uri="{FF2B5EF4-FFF2-40B4-BE49-F238E27FC236}">
                <a16:creationId xmlns:a16="http://schemas.microsoft.com/office/drawing/2014/main" id="{D7512332-5103-323E-57F1-BECA96BCF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9839325" cy="84645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03A8AC65-A61E-1756-1EA6-11E3C16392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70800" y="4737100"/>
            <a:ext cx="2590801" cy="1595438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2ED95B8-8530-16DB-B90F-71893D3B1E07}"/>
              </a:ext>
            </a:extLst>
          </p:cNvPr>
          <p:cNvCxnSpPr/>
          <p:nvPr userDrawn="1"/>
        </p:nvCxnSpPr>
        <p:spPr>
          <a:xfrm>
            <a:off x="3142190" y="2514056"/>
            <a:ext cx="0" cy="3456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3619543-F709-6F19-BE03-9DAFA6AA8F1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21762" y="2313882"/>
            <a:ext cx="2743200" cy="1895475"/>
          </a:xfrm>
        </p:spPr>
        <p:txBody>
          <a:bodyPr/>
          <a:lstStyle>
            <a:lvl1pPr algn="l">
              <a:defRPr sz="8250" b="1" spc="-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BB93BA4-F2E0-D447-EE4F-19EE663E7CF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74512" y="2313882"/>
            <a:ext cx="2743200" cy="1895475"/>
          </a:xfrm>
        </p:spPr>
        <p:txBody>
          <a:bodyPr/>
          <a:lstStyle>
            <a:lvl1pPr algn="l">
              <a:defRPr sz="8250" b="1" spc="-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068496B8-80DA-B06D-4616-7134DC841B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36787" y="2313882"/>
            <a:ext cx="2743200" cy="1895475"/>
          </a:xfrm>
        </p:spPr>
        <p:txBody>
          <a:bodyPr/>
          <a:lstStyle>
            <a:lvl1pPr algn="l">
              <a:defRPr sz="8250" b="1" spc="-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0000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596AAF9-0B25-9010-9EBC-0B050321F1D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80012" y="2313882"/>
            <a:ext cx="2743200" cy="1895475"/>
          </a:xfrm>
        </p:spPr>
        <p:txBody>
          <a:bodyPr/>
          <a:lstStyle>
            <a:lvl1pPr algn="l">
              <a:defRPr sz="8250" b="1" spc="-4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0000</a:t>
            </a:r>
          </a:p>
        </p:txBody>
      </p:sp>
    </p:spTree>
    <p:extLst>
      <p:ext uri="{BB962C8B-B14F-4D97-AF65-F5344CB8AC3E}">
        <p14:creationId xmlns:p14="http://schemas.microsoft.com/office/powerpoint/2010/main" val="13113150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 bg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5">
            <a:extLst>
              <a:ext uri="{FF2B5EF4-FFF2-40B4-BE49-F238E27FC236}">
                <a16:creationId xmlns:a16="http://schemas.microsoft.com/office/drawing/2014/main" id="{BD2A5F0C-C3EC-4D1F-6617-5EE659F13DB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5" y="69201"/>
            <a:ext cx="11449049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03A8AC65-A61E-1756-1EA6-11E3C16392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3775" y="4737100"/>
            <a:ext cx="2590801" cy="1595438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3619543-F709-6F19-BE03-9DAFA6AA8F1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474" y="1611313"/>
            <a:ext cx="11312526" cy="2887662"/>
          </a:xfrm>
        </p:spPr>
        <p:txBody>
          <a:bodyPr/>
          <a:lstStyle>
            <a:lvl1pPr algn="l">
              <a:lnSpc>
                <a:spcPct val="70000"/>
              </a:lnSpc>
              <a:defRPr sz="17000" b="1" spc="-400" baseline="0">
                <a:solidFill>
                  <a:schemeClr val="tx1"/>
                </a:solidFill>
              </a:defRPr>
            </a:lvl1pPr>
            <a:lvl2pPr marL="139700" indent="0">
              <a:lnSpc>
                <a:spcPct val="100000"/>
              </a:lnSpc>
              <a:spcBef>
                <a:spcPts val="0"/>
              </a:spcBef>
              <a:defRPr sz="4250" b="1" spc="-130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0000</a:t>
            </a:r>
          </a:p>
          <a:p>
            <a:pPr lvl="1"/>
            <a:r>
              <a:rPr lang="en-US" dirty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3167278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Sta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11426826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ext Placeholder 11">
            <a:extLst>
              <a:ext uri="{FF2B5EF4-FFF2-40B4-BE49-F238E27FC236}">
                <a16:creationId xmlns:a16="http://schemas.microsoft.com/office/drawing/2014/main" id="{03A8AC65-A61E-1756-1EA6-11E3C163921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93775" y="4737100"/>
            <a:ext cx="2590801" cy="1595438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9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350">
                <a:solidFill>
                  <a:schemeClr val="tx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3619543-F709-6F19-BE03-9DAFA6AA8F1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79474" y="1611313"/>
            <a:ext cx="11426826" cy="2887662"/>
          </a:xfrm>
        </p:spPr>
        <p:txBody>
          <a:bodyPr/>
          <a:lstStyle>
            <a:lvl1pPr algn="l">
              <a:lnSpc>
                <a:spcPct val="70000"/>
              </a:lnSpc>
              <a:defRPr sz="17000" b="1" spc="-500" baseline="0">
                <a:solidFill>
                  <a:schemeClr val="tx2"/>
                </a:solidFill>
              </a:defRPr>
            </a:lvl1pPr>
            <a:lvl2pPr marL="139700" indent="0">
              <a:lnSpc>
                <a:spcPct val="100000"/>
              </a:lnSpc>
              <a:spcBef>
                <a:spcPts val="0"/>
              </a:spcBef>
              <a:defRPr sz="4250" b="1" spc="-130" baseline="0">
                <a:solidFill>
                  <a:schemeClr val="tx1"/>
                </a:solidFill>
              </a:defRPr>
            </a:lvl2pPr>
          </a:lstStyle>
          <a:p>
            <a:pPr lvl="0"/>
            <a:r>
              <a:rPr lang="en-US" dirty="0"/>
              <a:t>0000</a:t>
            </a:r>
          </a:p>
          <a:p>
            <a:pPr lvl="1"/>
            <a:r>
              <a:rPr lang="en-US" dirty="0"/>
              <a:t>Lorem ipsum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2712C6-055C-84B5-4BE5-05CDAD73CD1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952" y="872394"/>
            <a:ext cx="1102838" cy="551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5937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3734D37-3C1F-B2AD-3D39-7C9C532E1EE7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A9A82A-438E-2D4A-3064-0F61D48C4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BB6DE8-C8DC-13D0-2E98-1F366ACFC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B82D-9435-2AE9-7C21-F12735E54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F3274CAB-D601-71EC-2612-DE2DAD47CE32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466248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E8CC6D-8532-FA59-C2EC-09033C0C2E9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75" y="2266950"/>
            <a:ext cx="3937000" cy="3359150"/>
          </a:xfrm>
        </p:spPr>
        <p:txBody>
          <a:bodyPr/>
          <a:lstStyle>
            <a:lvl1pPr>
              <a:spcBef>
                <a:spcPts val="1600"/>
              </a:spcBef>
              <a:spcAft>
                <a:spcPts val="0"/>
              </a:spcAft>
              <a:defRPr sz="1900">
                <a:solidFill>
                  <a:schemeClr val="tx2"/>
                </a:solidFill>
              </a:defRPr>
            </a:lvl1pPr>
            <a:lvl2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2pPr>
            <a:lvl3pPr>
              <a:spcBef>
                <a:spcPts val="1600"/>
              </a:spcBef>
              <a:spcAft>
                <a:spcPts val="0"/>
              </a:spcAft>
              <a:defRPr sz="1700">
                <a:solidFill>
                  <a:schemeClr val="tx1"/>
                </a:solidFill>
              </a:defRPr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12">
            <a:extLst>
              <a:ext uri="{FF2B5EF4-FFF2-40B4-BE49-F238E27FC236}">
                <a16:creationId xmlns:a16="http://schemas.microsoft.com/office/drawing/2014/main" id="{35776DC6-524E-6ECF-EF5E-A33716351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5051425" cy="84645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EDEEFBC-6771-D146-7AE3-75A4368779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1475" y="5758110"/>
            <a:ext cx="4557713" cy="388690"/>
          </a:xfrm>
        </p:spPr>
        <p:txBody>
          <a:bodyPr anchor="b" anchorCtr="0"/>
          <a:lstStyle>
            <a:lvl1pPr>
              <a:defRPr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AFD259E7-A803-C9D5-237C-0A3D7BD2DD2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484938" y="1138238"/>
            <a:ext cx="5335587" cy="5194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4938776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FCB1E-E464-F5BE-9EED-9BD31979C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FF429-9C67-C9AD-CBE8-36E278D460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4" y="2052000"/>
            <a:ext cx="5541963" cy="40219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5E7B15-1AED-F9E3-2247-9829258178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561" y="2052000"/>
            <a:ext cx="5541963" cy="402193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1C61DE-792F-2BC1-F6DC-050C6729C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C711E-209D-97D5-227C-91B6678D2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92973B-6696-F5AE-249F-5B803AD14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E911C7A-485D-B5F0-4D2E-F7BD7B8A02F5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11449048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4891368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3D3782-749E-3D18-CEA1-C2F6A02EE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2038527"/>
            <a:ext cx="5541962" cy="485772"/>
          </a:xfrm>
        </p:spPr>
        <p:txBody>
          <a:bodyPr anchor="t" anchorCtr="0"/>
          <a:lstStyle>
            <a:lvl1pPr marL="0" indent="0">
              <a:buNone/>
              <a:defRPr sz="17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183C6E-3407-0FA3-A16D-23C4DCF3A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0787" y="2038527"/>
            <a:ext cx="5541963" cy="485772"/>
          </a:xfrm>
        </p:spPr>
        <p:txBody>
          <a:bodyPr anchor="t" anchorCtr="0"/>
          <a:lstStyle>
            <a:lvl1pPr marL="0" indent="0">
              <a:buNone/>
              <a:defRPr sz="17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262BCC-2ACC-5434-E29D-B55E30086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9E3900-2FB9-9AA9-1C13-C62199286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7829C5-6FBE-395E-FD29-2EC280CD5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D6221FE-9B63-1021-A2DF-80EDAC1F9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F52F7CD-67B7-863C-3ECB-519123C5684F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71474" y="2524298"/>
            <a:ext cx="5541963" cy="354963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674282E9-9778-23A1-F3F3-7DE76A745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561" y="2524299"/>
            <a:ext cx="5541963" cy="354963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BC46709-5A01-2D8D-5625-12E20C43946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6" y="69201"/>
            <a:ext cx="11471274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177488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8877-2720-4F63-8769-91D255BB1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534CB7-CFA0-327B-0EE9-49891DFDE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B34F03-BD9E-D8C4-0E8C-4D8E17E4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8EB12-2D35-C6A4-C929-8AAE188C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C22077F-85AC-0713-460D-098196E7783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5" y="69201"/>
            <a:ext cx="11449049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773051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DF30E0D-7B2B-629B-15D4-160C5F87D1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241703-1A78-B1E1-C760-E10A49DF3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1D898-942E-4091-667F-13F1D741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9A2EF2F-0059-934E-7A1A-A9F52380280B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5" y="69201"/>
            <a:ext cx="11449049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106226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Overview">
    <p:bg>
      <p:bgPr>
        <a:solidFill>
          <a:srgbClr val="E3DCD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85931-342C-BFD9-85D0-C7317E8DE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11CDC6-B40B-7188-8E44-182B202BA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F7EE76-D24A-F55D-CBF0-B492453DF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245996-AE41-AF25-7351-7B01E6821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B2BAD0F-881F-A7CE-B928-D737A5DF808D}"/>
              </a:ext>
            </a:extLst>
          </p:cNvPr>
          <p:cNvCxnSpPr/>
          <p:nvPr userDrawn="1"/>
        </p:nvCxnSpPr>
        <p:spPr>
          <a:xfrm>
            <a:off x="568790" y="4567276"/>
            <a:ext cx="153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E9682BA-73B0-E65D-35A9-ADDBBE2222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8325" y="4714555"/>
            <a:ext cx="1584000" cy="1381445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500" spc="-4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spcBef>
                <a:spcPts val="0"/>
              </a:spcBef>
              <a:defRPr sz="12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58E93CD3-5863-7586-37F0-4E6474912E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68789" y="2666275"/>
            <a:ext cx="1529999" cy="1529999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D260E09-B011-066F-6DA2-8BFF3110B483}"/>
              </a:ext>
            </a:extLst>
          </p:cNvPr>
          <p:cNvCxnSpPr>
            <a:cxnSpLocks/>
          </p:cNvCxnSpPr>
          <p:nvPr userDrawn="1"/>
        </p:nvCxnSpPr>
        <p:spPr>
          <a:xfrm>
            <a:off x="2473790" y="4567276"/>
            <a:ext cx="153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0ED3753-9732-48B8-6527-42925ACC173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473789" y="2666275"/>
            <a:ext cx="1529999" cy="1529999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0F1CED-1C96-28BC-B9DA-5FCB75689A3C}"/>
              </a:ext>
            </a:extLst>
          </p:cNvPr>
          <p:cNvCxnSpPr>
            <a:cxnSpLocks/>
          </p:cNvCxnSpPr>
          <p:nvPr userDrawn="1"/>
        </p:nvCxnSpPr>
        <p:spPr>
          <a:xfrm>
            <a:off x="4378790" y="4567276"/>
            <a:ext cx="153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63103194-F894-9250-D4AA-38D925480C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4378789" y="2666275"/>
            <a:ext cx="1529999" cy="1529999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135C053-DCEB-2B2E-1E39-074C5EF16885}"/>
              </a:ext>
            </a:extLst>
          </p:cNvPr>
          <p:cNvCxnSpPr>
            <a:cxnSpLocks/>
          </p:cNvCxnSpPr>
          <p:nvPr userDrawn="1"/>
        </p:nvCxnSpPr>
        <p:spPr>
          <a:xfrm>
            <a:off x="6283790" y="4567276"/>
            <a:ext cx="153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Picture Placeholder 12">
            <a:extLst>
              <a:ext uri="{FF2B5EF4-FFF2-40B4-BE49-F238E27FC236}">
                <a16:creationId xmlns:a16="http://schemas.microsoft.com/office/drawing/2014/main" id="{4C9CC9C5-17B3-F2E9-A964-A70718D1260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83789" y="2666275"/>
            <a:ext cx="1529999" cy="1529999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CEEC7FA-E645-4EF2-09F9-158D7D76FD45}"/>
              </a:ext>
            </a:extLst>
          </p:cNvPr>
          <p:cNvCxnSpPr>
            <a:cxnSpLocks/>
          </p:cNvCxnSpPr>
          <p:nvPr userDrawn="1"/>
        </p:nvCxnSpPr>
        <p:spPr>
          <a:xfrm>
            <a:off x="8188790" y="4567276"/>
            <a:ext cx="153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12">
            <a:extLst>
              <a:ext uri="{FF2B5EF4-FFF2-40B4-BE49-F238E27FC236}">
                <a16:creationId xmlns:a16="http://schemas.microsoft.com/office/drawing/2014/main" id="{83ABD0D3-A4D6-A42C-05AD-14B42E2D6321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188789" y="2666275"/>
            <a:ext cx="1529999" cy="1529999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CA13907-E81B-9B18-6E94-14689CF82BA2}"/>
              </a:ext>
            </a:extLst>
          </p:cNvPr>
          <p:cNvCxnSpPr>
            <a:cxnSpLocks/>
          </p:cNvCxnSpPr>
          <p:nvPr userDrawn="1"/>
        </p:nvCxnSpPr>
        <p:spPr>
          <a:xfrm>
            <a:off x="10101410" y="4567276"/>
            <a:ext cx="153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Picture Placeholder 12">
            <a:extLst>
              <a:ext uri="{FF2B5EF4-FFF2-40B4-BE49-F238E27FC236}">
                <a16:creationId xmlns:a16="http://schemas.microsoft.com/office/drawing/2014/main" id="{DF92A405-3D81-13C6-818A-E421DB9E1E8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0101409" y="2666275"/>
            <a:ext cx="1529999" cy="1529999"/>
          </a:xfrm>
          <a:prstGeom prst="ellipse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F29B189-C91B-D5E5-201F-83711AA661B9}"/>
              </a:ext>
            </a:extLst>
          </p:cNvPr>
          <p:cNvSpPr>
            <a:spLocks noGrp="1"/>
          </p:cNvSpPr>
          <p:nvPr>
            <p:ph type="body" idx="25"/>
          </p:nvPr>
        </p:nvSpPr>
        <p:spPr>
          <a:xfrm>
            <a:off x="371475" y="69201"/>
            <a:ext cx="11449049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F3BD756D-9EA7-769C-F16C-799457BB029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473790" y="4714555"/>
            <a:ext cx="1584000" cy="1381445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500" spc="-4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spcBef>
                <a:spcPts val="0"/>
              </a:spcBef>
              <a:defRPr sz="12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02C5815-0E3A-6652-A1B9-89DE8AAF6AE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78790" y="4714555"/>
            <a:ext cx="1584000" cy="1381445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500" spc="-4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spcBef>
                <a:spcPts val="0"/>
              </a:spcBef>
              <a:defRPr sz="12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7D8A8AFA-609B-0ED2-ABFF-7CC1CB21484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3790" y="4714555"/>
            <a:ext cx="1584000" cy="1381445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500" spc="-4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spcBef>
                <a:spcPts val="0"/>
              </a:spcBef>
              <a:defRPr sz="12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FA3677C9-6C2C-60E8-BF13-A04DEDF8BC5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188790" y="4714555"/>
            <a:ext cx="1584000" cy="1381445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500" spc="-4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spcBef>
                <a:spcPts val="0"/>
              </a:spcBef>
              <a:defRPr sz="12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4" name="Text Placeholder 10">
            <a:extLst>
              <a:ext uri="{FF2B5EF4-FFF2-40B4-BE49-F238E27FC236}">
                <a16:creationId xmlns:a16="http://schemas.microsoft.com/office/drawing/2014/main" id="{B64DC96D-A973-70BC-EA10-07D74E48819F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10101410" y="4714555"/>
            <a:ext cx="1584000" cy="1381445"/>
          </a:xfrm>
        </p:spPr>
        <p:txBody>
          <a:bodyPr/>
          <a:lstStyle>
            <a:lvl1pPr>
              <a:spcBef>
                <a:spcPts val="0"/>
              </a:spcBef>
              <a:spcAft>
                <a:spcPts val="900"/>
              </a:spcAft>
              <a:defRPr sz="1500" spc="-40" baseline="0">
                <a:solidFill>
                  <a:schemeClr val="tx1"/>
                </a:solidFill>
              </a:defRPr>
            </a:lvl1pPr>
            <a:lvl2pPr>
              <a:spcBef>
                <a:spcPts val="0"/>
              </a:spcBef>
              <a:defRPr sz="1200"/>
            </a:lvl2pPr>
            <a:lvl3pPr>
              <a:spcBef>
                <a:spcPts val="0"/>
              </a:spcBef>
              <a:defRPr sz="1200"/>
            </a:lvl3pPr>
            <a:lvl4pPr>
              <a:spcBef>
                <a:spcPts val="0"/>
              </a:spcBef>
              <a:defRPr sz="1200"/>
            </a:lvl4pPr>
            <a:lvl5pPr>
              <a:spcBef>
                <a:spcPts val="0"/>
              </a:spcBef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872164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San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8877-2720-4F63-8769-91D255BB1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534CB7-CFA0-327B-0EE9-49891DFDE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B34F03-BD9E-D8C4-0E8C-4D8E17E46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58EB12-2D35-C6A4-C929-8AAE188C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C22077F-85AC-0713-460D-098196E7783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371475" y="69201"/>
            <a:ext cx="11449049" cy="485772"/>
          </a:xfrm>
        </p:spPr>
        <p:txBody>
          <a:bodyPr anchor="b"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80619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7BED34-C8C2-879A-F655-A635B8AA62B2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3576CD2-81DD-8B02-F1EF-AB6A25A18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34719" y="359387"/>
            <a:ext cx="2592000" cy="8872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8D62997-21ED-27A6-7298-DDC791D8F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642" y="386624"/>
            <a:ext cx="4065392" cy="2612898"/>
          </a:xfrm>
        </p:spPr>
        <p:txBody>
          <a:bodyPr anchor="t" anchorCtr="0"/>
          <a:lstStyle>
            <a:lvl1pPr algn="l">
              <a:lnSpc>
                <a:spcPct val="72000"/>
              </a:lnSpc>
              <a:defRPr sz="7400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BB0BD2-E0F6-9983-9AD2-1E4D308942D9}"/>
              </a:ext>
            </a:extLst>
          </p:cNvPr>
          <p:cNvSpPr txBox="1"/>
          <p:nvPr userDrawn="1"/>
        </p:nvSpPr>
        <p:spPr>
          <a:xfrm>
            <a:off x="365124" y="6318249"/>
            <a:ext cx="3687569" cy="299242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© 2023 Department of Culture &amp; Tourism all rights reserved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05D8FF1-ACD8-D5FD-1047-F7471289AF3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86677" y="2171603"/>
            <a:ext cx="4724603" cy="404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9154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66" userDrawn="1">
          <p15:clr>
            <a:srgbClr val="FBAE40"/>
          </p15:clr>
        </p15:guide>
        <p15:guide id="2" orient="horz" pos="3906" userDrawn="1">
          <p15:clr>
            <a:srgbClr val="FBAE40"/>
          </p15:clr>
        </p15:guide>
        <p15:guide id="3" pos="4271" userDrawn="1">
          <p15:clr>
            <a:srgbClr val="FBAE40"/>
          </p15:clr>
        </p15:guide>
        <p15:guide id="4" pos="7255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editab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37BED34-C8C2-879A-F655-A635B8AA62B2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5539AB6-A065-2F24-F7E7-506207E4D0D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786563" y="2168526"/>
            <a:ext cx="4730750" cy="4032250"/>
          </a:xfrm>
        </p:spPr>
        <p:txBody>
          <a:bodyPr/>
          <a:lstStyle/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3576CD2-81DD-8B02-F1EF-AB6A25A183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34719" y="359387"/>
            <a:ext cx="2592000" cy="88722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8D62997-21ED-27A6-7298-DDC791D8FC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642" y="386624"/>
            <a:ext cx="4065392" cy="2612898"/>
          </a:xfrm>
        </p:spPr>
        <p:txBody>
          <a:bodyPr anchor="t" anchorCtr="0"/>
          <a:lstStyle>
            <a:lvl1pPr algn="l">
              <a:lnSpc>
                <a:spcPct val="72000"/>
              </a:lnSpc>
              <a:defRPr sz="7400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BB0BD2-E0F6-9983-9AD2-1E4D308942D9}"/>
              </a:ext>
            </a:extLst>
          </p:cNvPr>
          <p:cNvSpPr txBox="1"/>
          <p:nvPr userDrawn="1"/>
        </p:nvSpPr>
        <p:spPr>
          <a:xfrm>
            <a:off x="365124" y="6318249"/>
            <a:ext cx="3687569" cy="299242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© 2023 Department of Culture &amp; Tourism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9565125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66" userDrawn="1">
          <p15:clr>
            <a:srgbClr val="FBAE40"/>
          </p15:clr>
        </p15:guide>
        <p15:guide id="2" orient="horz" pos="3906" userDrawn="1">
          <p15:clr>
            <a:srgbClr val="FBAE40"/>
          </p15:clr>
        </p15:guide>
        <p15:guide id="3" pos="4271" userDrawn="1">
          <p15:clr>
            <a:srgbClr val="FBAE40"/>
          </p15:clr>
        </p15:guide>
        <p15:guide id="4" pos="7255" userDrawn="1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bg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986BD90-23E0-3FA6-13F7-601F38D6A1F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3200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84BFA18-19E1-6555-B81E-4D5ED011FE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1642" y="3429000"/>
            <a:ext cx="6115358" cy="2612898"/>
          </a:xfrm>
        </p:spPr>
        <p:txBody>
          <a:bodyPr anchor="b" anchorCtr="0"/>
          <a:lstStyle>
            <a:lvl1pPr algn="l">
              <a:lnSpc>
                <a:spcPct val="72000"/>
              </a:lnSpc>
              <a:defRPr sz="7400" cap="none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7D7821-5D3B-B183-BC51-91156CD9E414}"/>
              </a:ext>
            </a:extLst>
          </p:cNvPr>
          <p:cNvSpPr txBox="1"/>
          <p:nvPr userDrawn="1"/>
        </p:nvSpPr>
        <p:spPr>
          <a:xfrm>
            <a:off x="365124" y="6318249"/>
            <a:ext cx="3687569" cy="299242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© 2023 Department of Culture &amp; Tourism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267590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image" Target="../media/image2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id 1cm" hidden="1">
            <a:extLst>
              <a:ext uri="{FF2B5EF4-FFF2-40B4-BE49-F238E27FC236}">
                <a16:creationId xmlns:a16="http://schemas.microsoft.com/office/drawing/2014/main" id="{FA121AD8-8960-3AEB-A5FE-21B8EBFCAC7D}"/>
              </a:ext>
            </a:extLst>
          </p:cNvPr>
          <p:cNvGrpSpPr/>
          <p:nvPr userDrawn="1"/>
        </p:nvGrpSpPr>
        <p:grpSpPr>
          <a:xfrm>
            <a:off x="0" y="-202009"/>
            <a:ext cx="12192038" cy="113077"/>
            <a:chOff x="0" y="-202009"/>
            <a:chExt cx="12192038" cy="11307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440E478-6003-E165-BC55-E1E97BED20FD}"/>
                </a:ext>
              </a:extLst>
            </p:cNvPr>
            <p:cNvSpPr/>
            <p:nvPr userDrawn="1"/>
          </p:nvSpPr>
          <p:spPr>
            <a:xfrm flipV="1">
              <a:off x="0" y="-199506"/>
              <a:ext cx="371476" cy="1105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GB" sz="1799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B631256-A63B-16FA-FDAD-28F27A33D66F}"/>
                </a:ext>
              </a:extLst>
            </p:cNvPr>
            <p:cNvSpPr/>
            <p:nvPr userDrawn="1"/>
          </p:nvSpPr>
          <p:spPr>
            <a:xfrm flipV="1">
              <a:off x="3947824" y="-202009"/>
              <a:ext cx="360000" cy="1105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GB" sz="1799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5C5A4A9-7EA0-B79E-4C82-1FBF851E8B0A}"/>
                </a:ext>
              </a:extLst>
            </p:cNvPr>
            <p:cNvSpPr/>
            <p:nvPr userDrawn="1"/>
          </p:nvSpPr>
          <p:spPr>
            <a:xfrm flipV="1">
              <a:off x="7884172" y="-202009"/>
              <a:ext cx="360000" cy="1105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GB" sz="1799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CB6632C9-D461-A792-9168-B7C6FB44F232}"/>
                </a:ext>
              </a:extLst>
            </p:cNvPr>
            <p:cNvSpPr/>
            <p:nvPr userDrawn="1"/>
          </p:nvSpPr>
          <p:spPr>
            <a:xfrm flipV="1">
              <a:off x="2963737" y="-202009"/>
              <a:ext cx="360000" cy="1105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GB" sz="1799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C92681B-4CED-6418-B542-3DB8787C0C4C}"/>
                </a:ext>
              </a:extLst>
            </p:cNvPr>
            <p:cNvSpPr/>
            <p:nvPr userDrawn="1"/>
          </p:nvSpPr>
          <p:spPr>
            <a:xfrm flipV="1">
              <a:off x="1979650" y="-202009"/>
              <a:ext cx="360000" cy="1105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GB" sz="1799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A41C31A-44A7-68F5-2B91-1B2116B69D21}"/>
                </a:ext>
              </a:extLst>
            </p:cNvPr>
            <p:cNvSpPr/>
            <p:nvPr userDrawn="1"/>
          </p:nvSpPr>
          <p:spPr>
            <a:xfrm flipV="1">
              <a:off x="995563" y="-202009"/>
              <a:ext cx="360000" cy="1105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GB" sz="1799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4D21637-CCA0-EC29-4D58-58017E70179F}"/>
                </a:ext>
              </a:extLst>
            </p:cNvPr>
            <p:cNvSpPr/>
            <p:nvPr userDrawn="1"/>
          </p:nvSpPr>
          <p:spPr>
            <a:xfrm flipV="1">
              <a:off x="4931911" y="-202009"/>
              <a:ext cx="360000" cy="1105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GB" sz="1799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27963C14-8912-A876-5950-1FB68D977EDA}"/>
                </a:ext>
              </a:extLst>
            </p:cNvPr>
            <p:cNvSpPr/>
            <p:nvPr userDrawn="1"/>
          </p:nvSpPr>
          <p:spPr>
            <a:xfrm flipV="1">
              <a:off x="5915998" y="-202009"/>
              <a:ext cx="360000" cy="1105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GB" sz="1799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CF65CA33-0EC7-7E57-0AA7-DBC61DD3C180}"/>
                </a:ext>
              </a:extLst>
            </p:cNvPr>
            <p:cNvSpPr/>
            <p:nvPr userDrawn="1"/>
          </p:nvSpPr>
          <p:spPr>
            <a:xfrm flipV="1">
              <a:off x="6900085" y="-202009"/>
              <a:ext cx="360000" cy="1105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GB" sz="1799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021C642-AEBE-0AA0-E953-120CB9499378}"/>
                </a:ext>
              </a:extLst>
            </p:cNvPr>
            <p:cNvSpPr/>
            <p:nvPr userDrawn="1"/>
          </p:nvSpPr>
          <p:spPr>
            <a:xfrm flipV="1">
              <a:off x="8868259" y="-202009"/>
              <a:ext cx="360000" cy="1105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GB" sz="1799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C090367-FF45-8A1F-4EC4-28B771CF1C8B}"/>
                </a:ext>
              </a:extLst>
            </p:cNvPr>
            <p:cNvSpPr/>
            <p:nvPr userDrawn="1"/>
          </p:nvSpPr>
          <p:spPr>
            <a:xfrm flipV="1">
              <a:off x="9852346" y="-202009"/>
              <a:ext cx="360000" cy="1105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GB" sz="1799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94898D3-30E7-CAAD-8E25-75D8D54D073B}"/>
                </a:ext>
              </a:extLst>
            </p:cNvPr>
            <p:cNvSpPr/>
            <p:nvPr userDrawn="1"/>
          </p:nvSpPr>
          <p:spPr>
            <a:xfrm flipV="1">
              <a:off x="10836433" y="-202009"/>
              <a:ext cx="360000" cy="1105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GB" sz="1799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8D8FAE38-47C0-8B16-3CC1-F5D2159E46ED}"/>
                </a:ext>
              </a:extLst>
            </p:cNvPr>
            <p:cNvSpPr/>
            <p:nvPr userDrawn="1"/>
          </p:nvSpPr>
          <p:spPr>
            <a:xfrm flipV="1">
              <a:off x="11820525" y="-202009"/>
              <a:ext cx="371513" cy="11057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GB" sz="1799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458F7F-EA99-BFEA-0CFD-2C65294D1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099890"/>
            <a:ext cx="11449050" cy="8464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F725E6-0AD0-F8C2-0848-43E86E2524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5" y="2052000"/>
            <a:ext cx="11458575" cy="404771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5EB73A-9082-6DB0-F00E-EBEA97D47D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71475" y="6446043"/>
            <a:ext cx="2857500" cy="1778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900" b="0" i="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B3420-8F4F-73C2-7C21-BE3DA3136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14701" y="6446043"/>
            <a:ext cx="2426494" cy="1778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defRPr sz="900" b="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C8068C-F84C-EC00-DD75-0749498A36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2388" y="6446043"/>
            <a:ext cx="338137" cy="1778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r">
              <a:defRPr sz="900" b="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BE375096-6367-4A46-9B35-1C341654C78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5653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1" r:id="rId3"/>
    <p:sldLayoutId id="2147483712" r:id="rId4"/>
    <p:sldLayoutId id="2147483672" r:id="rId5"/>
    <p:sldLayoutId id="2147483673" r:id="rId6"/>
    <p:sldLayoutId id="2147483717" r:id="rId7"/>
    <p:sldLayoutId id="2147483650" r:id="rId8"/>
    <p:sldLayoutId id="2147483703" r:id="rId9"/>
    <p:sldLayoutId id="2147483651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69" r:id="rId16"/>
    <p:sldLayoutId id="2147483670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9" r:id="rId26"/>
    <p:sldLayoutId id="2147483718" r:id="rId27"/>
    <p:sldLayoutId id="2147483688" r:id="rId28"/>
    <p:sldLayoutId id="2147483690" r:id="rId29"/>
    <p:sldLayoutId id="2147483720" r:id="rId30"/>
    <p:sldLayoutId id="2147483719" r:id="rId31"/>
    <p:sldLayoutId id="2147483691" r:id="rId32"/>
    <p:sldLayoutId id="2147483692" r:id="rId33"/>
    <p:sldLayoutId id="2147483693" r:id="rId34"/>
    <p:sldLayoutId id="2147483694" r:id="rId35"/>
    <p:sldLayoutId id="2147483695" r:id="rId36"/>
    <p:sldLayoutId id="2147483696" r:id="rId37"/>
    <p:sldLayoutId id="2147483697" r:id="rId38"/>
    <p:sldLayoutId id="2147483698" r:id="rId39"/>
    <p:sldLayoutId id="2147483699" r:id="rId40"/>
    <p:sldLayoutId id="2147483700" r:id="rId41"/>
    <p:sldLayoutId id="2147483701" r:id="rId42"/>
    <p:sldLayoutId id="2147483702" r:id="rId43"/>
    <p:sldLayoutId id="2147483652" r:id="rId44"/>
    <p:sldLayoutId id="2147483653" r:id="rId45"/>
    <p:sldLayoutId id="2147483654" r:id="rId46"/>
    <p:sldLayoutId id="2147483655" r:id="rId47"/>
    <p:sldLayoutId id="2147483704" r:id="rId48"/>
    <p:sldLayoutId id="2147483705" r:id="rId49"/>
    <p:sldLayoutId id="2147483706" r:id="rId50"/>
    <p:sldLayoutId id="2147483708" r:id="rId51"/>
    <p:sldLayoutId id="2147483707" r:id="rId5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 spc="-1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700" b="1" kern="1200">
          <a:solidFill>
            <a:schemeClr val="tx2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82563" indent="-182563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Tx/>
        <a:buBlip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</a:buBlip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358775" indent="-176213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Tx/>
        <a:buBlip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</a:buBlip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541338" indent="-182563" algn="l" defTabSz="914400" rtl="0" eaLnBrk="1" latinLnBrk="0" hangingPunct="1">
        <a:lnSpc>
          <a:spcPct val="100000"/>
        </a:lnSpc>
        <a:spcBef>
          <a:spcPts val="500"/>
        </a:spcBef>
        <a:buClr>
          <a:schemeClr val="tx2"/>
        </a:buClr>
        <a:buFontTx/>
        <a:buBlip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</a:buBlip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38113" indent="-138113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●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71463" indent="-123825" algn="l" defTabSz="914400" rtl="0" eaLnBrk="1" latinLnBrk="0" hangingPunct="1">
        <a:lnSpc>
          <a:spcPct val="10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●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  <p15:guide id="4" pos="7446" userDrawn="1">
          <p15:clr>
            <a:srgbClr val="F26B43"/>
          </p15:clr>
        </p15:guide>
        <p15:guide id="5" pos="7053" userDrawn="1">
          <p15:clr>
            <a:srgbClr val="F26B43"/>
          </p15:clr>
        </p15:guide>
        <p15:guide id="6" pos="6825" userDrawn="1">
          <p15:clr>
            <a:srgbClr val="F26B43"/>
          </p15:clr>
        </p15:guide>
        <p15:guide id="7" pos="6432" userDrawn="1">
          <p15:clr>
            <a:srgbClr val="F26B43"/>
          </p15:clr>
        </p15:guide>
        <p15:guide id="8" pos="6206" userDrawn="1">
          <p15:clr>
            <a:srgbClr val="F26B43"/>
          </p15:clr>
        </p15:guide>
        <p15:guide id="9" pos="5811" userDrawn="1">
          <p15:clr>
            <a:srgbClr val="F26B43"/>
          </p15:clr>
        </p15:guide>
        <p15:guide id="10" pos="5588" userDrawn="1">
          <p15:clr>
            <a:srgbClr val="F26B43"/>
          </p15:clr>
        </p15:guide>
        <p15:guide id="11" pos="5192" userDrawn="1">
          <p15:clr>
            <a:srgbClr val="F26B43"/>
          </p15:clr>
        </p15:guide>
        <p15:guide id="12" pos="4967" userDrawn="1">
          <p15:clr>
            <a:srgbClr val="F26B43"/>
          </p15:clr>
        </p15:guide>
        <p15:guide id="13" pos="4572" userDrawn="1">
          <p15:clr>
            <a:srgbClr val="F26B43"/>
          </p15:clr>
        </p15:guide>
        <p15:guide id="14" pos="4347" userDrawn="1">
          <p15:clr>
            <a:srgbClr val="F26B43"/>
          </p15:clr>
        </p15:guide>
        <p15:guide id="15" pos="3954" userDrawn="1">
          <p15:clr>
            <a:srgbClr val="F26B43"/>
          </p15:clr>
        </p15:guide>
        <p15:guide id="16" pos="3725" userDrawn="1">
          <p15:clr>
            <a:srgbClr val="F26B43"/>
          </p15:clr>
        </p15:guide>
        <p15:guide id="17" pos="3333" userDrawn="1">
          <p15:clr>
            <a:srgbClr val="F26B43"/>
          </p15:clr>
        </p15:guide>
        <p15:guide id="18" pos="3105" userDrawn="1">
          <p15:clr>
            <a:srgbClr val="F26B43"/>
          </p15:clr>
        </p15:guide>
        <p15:guide id="19" pos="2714" userDrawn="1">
          <p15:clr>
            <a:srgbClr val="F26B43"/>
          </p15:clr>
        </p15:guide>
        <p15:guide id="20" pos="2486" userDrawn="1">
          <p15:clr>
            <a:srgbClr val="F26B43"/>
          </p15:clr>
        </p15:guide>
        <p15:guide id="21" pos="1866" userDrawn="1">
          <p15:clr>
            <a:srgbClr val="F26B43"/>
          </p15:clr>
        </p15:guide>
        <p15:guide id="22" pos="2094" userDrawn="1">
          <p15:clr>
            <a:srgbClr val="F26B43"/>
          </p15:clr>
        </p15:guide>
        <p15:guide id="23" pos="1473" userDrawn="1">
          <p15:clr>
            <a:srgbClr val="F26B43"/>
          </p15:clr>
        </p15:guide>
        <p15:guide id="24" pos="1245" userDrawn="1">
          <p15:clr>
            <a:srgbClr val="F26B43"/>
          </p15:clr>
        </p15:guide>
        <p15:guide id="25" pos="854" userDrawn="1">
          <p15:clr>
            <a:srgbClr val="F26B43"/>
          </p15:clr>
        </p15:guide>
        <p15:guide id="26" pos="626" userDrawn="1">
          <p15:clr>
            <a:srgbClr val="F26B43"/>
          </p15:clr>
        </p15:guide>
        <p15:guide id="27" orient="horz" pos="232" userDrawn="1">
          <p15:clr>
            <a:srgbClr val="F26B43"/>
          </p15:clr>
        </p15:guide>
        <p15:guide id="28" orient="horz" pos="312" userDrawn="1">
          <p15:clr>
            <a:srgbClr val="F26B43"/>
          </p15:clr>
        </p15:guide>
        <p15:guide id="29" orient="horz" pos="888" userDrawn="1">
          <p15:clr>
            <a:srgbClr val="F26B43"/>
          </p15:clr>
        </p15:guide>
        <p15:guide id="32" orient="horz" pos="717" userDrawn="1">
          <p15:clr>
            <a:srgbClr val="F26B43"/>
          </p15:clr>
        </p15:guide>
        <p15:guide id="33" orient="horz" pos="4152" userDrawn="1">
          <p15:clr>
            <a:srgbClr val="F26B43"/>
          </p15:clr>
        </p15:guide>
        <p15:guide id="34" pos="234" userDrawn="1">
          <p15:clr>
            <a:srgbClr val="F26B43"/>
          </p15:clr>
        </p15:guide>
        <p15:guide id="35" orient="horz" pos="3989" userDrawn="1">
          <p15:clr>
            <a:srgbClr val="F26B43"/>
          </p15:clr>
        </p15:guide>
        <p15:guide id="36" orient="horz" pos="1292" userDrawn="1">
          <p15:clr>
            <a:srgbClr val="F26B43"/>
          </p15:clr>
        </p15:guide>
        <p15:guide id="37" orient="horz" pos="2778" userDrawn="1">
          <p15:clr>
            <a:srgbClr val="F26B43"/>
          </p15:clr>
        </p15:guide>
        <p15:guide id="38" orient="horz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4" Type="http://schemas.openxmlformats.org/officeDocument/2006/relationships/image" Target="../media/image19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4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C681-F40E-8F85-60FB-2C4080A26A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Cover split: headline </a:t>
            </a:r>
            <a:br>
              <a:rPr lang="en-US" dirty="0"/>
            </a:br>
            <a:r>
              <a:rPr lang="en-US" dirty="0"/>
              <a:t>multi-line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93853-55D1-1B11-2EF7-40C9AB04E4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Secondary headline </a:t>
            </a:r>
            <a:br>
              <a:rPr lang="en-US" dirty="0"/>
            </a:br>
            <a:r>
              <a:rPr lang="en-US" dirty="0"/>
              <a:t>multi-line supporting</a:t>
            </a:r>
          </a:p>
          <a:p>
            <a:pPr lvl="1"/>
            <a:r>
              <a:rPr lang="en-US" dirty="0"/>
              <a:t>31.01.23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0445B-E558-2A13-222B-29A39AA0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 Department of Culture &amp; Tourism Abu Dhabi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D0596DB5-FEFD-F0E5-2C1E-DF8C4371FED5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3286303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C681-F40E-8F85-60FB-2C4080A26A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Cover split: headline </a:t>
            </a:r>
            <a:br>
              <a:rPr lang="en-US" dirty="0"/>
            </a:br>
            <a:r>
              <a:rPr lang="en-US" dirty="0"/>
              <a:t>multi-line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93853-55D1-1B11-2EF7-40C9AB04E4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Secondary headline </a:t>
            </a:r>
            <a:br>
              <a:rPr lang="en-US" dirty="0"/>
            </a:br>
            <a:r>
              <a:rPr lang="en-US" dirty="0"/>
              <a:t>multi-line supporting</a:t>
            </a:r>
          </a:p>
          <a:p>
            <a:pPr lvl="1"/>
            <a:r>
              <a:rPr lang="en-US" dirty="0"/>
              <a:t>31.01.23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0445B-E558-2A13-222B-29A39AA0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 Department of Culture &amp; Tourism Abu Dhabi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E0E0C1D-71D2-AB09-E101-35ED3136BA1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</p:sp>
    </p:spTree>
    <p:extLst>
      <p:ext uri="{BB962C8B-B14F-4D97-AF65-F5344CB8AC3E}">
        <p14:creationId xmlns:p14="http://schemas.microsoft.com/office/powerpoint/2010/main" val="22185816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C681-F40E-8F85-60FB-2C4080A26A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Cover split: headline </a:t>
            </a:r>
            <a:br>
              <a:rPr lang="en-US" dirty="0"/>
            </a:br>
            <a:r>
              <a:rPr lang="en-US" dirty="0"/>
              <a:t>multi-line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593853-55D1-1B11-2EF7-40C9AB04E4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Secondary headline </a:t>
            </a:r>
            <a:br>
              <a:rPr lang="en-US" dirty="0"/>
            </a:br>
            <a:r>
              <a:rPr lang="en-US" dirty="0"/>
              <a:t>multi-line supporting</a:t>
            </a:r>
          </a:p>
          <a:p>
            <a:pPr lvl="1"/>
            <a:r>
              <a:rPr lang="en-US" dirty="0"/>
              <a:t>31.01.23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0445B-E558-2A13-222B-29A39AA0A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© Department of Culture &amp; Tourism Abu Dhabi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51562E-0A56-3A25-62FF-3B988513F190}"/>
              </a:ext>
            </a:extLst>
          </p:cNvPr>
          <p:cNvSpPr txBox="1"/>
          <p:nvPr/>
        </p:nvSpPr>
        <p:spPr>
          <a:xfrm>
            <a:off x="8497957" y="26139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1100" dirty="0" err="1"/>
          </a:p>
        </p:txBody>
      </p:sp>
    </p:spTree>
    <p:extLst>
      <p:ext uri="{BB962C8B-B14F-4D97-AF65-F5344CB8AC3E}">
        <p14:creationId xmlns:p14="http://schemas.microsoft.com/office/powerpoint/2010/main" val="2285107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1E0A17-3468-067B-80C1-152DB21CC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8334303-087F-5DAB-035E-D394433AC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0040E-D155-93D1-59FD-E6EE4F352B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01.</a:t>
            </a:r>
          </a:p>
          <a:p>
            <a:r>
              <a:rPr lang="en-US" dirty="0">
                <a:solidFill>
                  <a:schemeClr val="accent4"/>
                </a:solidFill>
              </a:rPr>
              <a:t>Section title</a:t>
            </a:r>
          </a:p>
          <a:p>
            <a:pPr lvl="1"/>
            <a:r>
              <a:rPr lang="en-US" dirty="0"/>
              <a:t>Second line</a:t>
            </a:r>
            <a:br>
              <a:rPr lang="en-US" dirty="0"/>
            </a:br>
            <a:endParaRPr lang="en-US" dirty="0"/>
          </a:p>
          <a:p>
            <a:pPr lvl="2"/>
            <a:r>
              <a:rPr lang="en-US" b="1" dirty="0"/>
              <a:t>1.1</a:t>
            </a:r>
            <a:r>
              <a:rPr lang="en-US" sz="1350" dirty="0"/>
              <a:t>	Page title lorem ipsum </a:t>
            </a:r>
          </a:p>
          <a:p>
            <a:pPr lvl="2"/>
            <a:r>
              <a:rPr lang="en-US" sz="1350" b="1" dirty="0"/>
              <a:t>1.2</a:t>
            </a:r>
            <a:r>
              <a:rPr lang="en-US" sz="1350" dirty="0"/>
              <a:t>	Page title lorem ipsum </a:t>
            </a:r>
          </a:p>
          <a:p>
            <a:pPr lvl="2"/>
            <a:r>
              <a:rPr lang="en-US" sz="1350" b="1" dirty="0"/>
              <a:t>1.3</a:t>
            </a:r>
            <a:r>
              <a:rPr lang="en-US" sz="1350" dirty="0"/>
              <a:t>	Page title lorem ipsum</a:t>
            </a:r>
          </a:p>
          <a:p>
            <a:pPr lvl="2"/>
            <a:r>
              <a:rPr lang="en-US" b="1" dirty="0"/>
              <a:t>1.4</a:t>
            </a:r>
            <a:r>
              <a:rPr lang="en-US" dirty="0"/>
              <a:t>	Page title lorem ipsum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02.</a:t>
            </a:r>
          </a:p>
          <a:p>
            <a:r>
              <a:rPr lang="en-US" dirty="0">
                <a:solidFill>
                  <a:schemeClr val="accent2"/>
                </a:solidFill>
              </a:rPr>
              <a:t>Section title</a:t>
            </a:r>
          </a:p>
          <a:p>
            <a:pPr lvl="1"/>
            <a:r>
              <a:rPr lang="en-US" dirty="0"/>
              <a:t>Second line</a:t>
            </a:r>
            <a:br>
              <a:rPr lang="en-US" dirty="0"/>
            </a:br>
            <a:endParaRPr lang="en-US" dirty="0"/>
          </a:p>
          <a:p>
            <a:pPr lvl="2"/>
            <a:r>
              <a:rPr lang="en-US" b="1" dirty="0"/>
              <a:t>2.1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2.2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2.3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2.4</a:t>
            </a:r>
            <a:r>
              <a:rPr lang="en-US" dirty="0"/>
              <a:t>	Page title lorem ipsum</a:t>
            </a:r>
          </a:p>
          <a:p>
            <a:pPr lvl="2"/>
            <a:endParaRPr lang="en-US" dirty="0"/>
          </a:p>
          <a:p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2DDD3DF-1E97-4276-DA9E-5DED64FD7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F2A322-68DD-23DD-9DA8-20C24B6471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03.</a:t>
            </a:r>
          </a:p>
          <a:p>
            <a:r>
              <a:rPr lang="en-US" dirty="0">
                <a:solidFill>
                  <a:schemeClr val="accent3"/>
                </a:solidFill>
              </a:rPr>
              <a:t>Section title</a:t>
            </a:r>
          </a:p>
          <a:p>
            <a:pPr lvl="1"/>
            <a:r>
              <a:rPr lang="en-US" dirty="0"/>
              <a:t>Second line</a:t>
            </a:r>
            <a:br>
              <a:rPr lang="en-US" dirty="0"/>
            </a:br>
            <a:endParaRPr lang="en-US" dirty="0"/>
          </a:p>
          <a:p>
            <a:pPr lvl="2"/>
            <a:r>
              <a:rPr lang="en-US" b="1" dirty="0"/>
              <a:t>3.1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3.2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3.3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3.4</a:t>
            </a:r>
            <a:r>
              <a:rPr lang="en-US" dirty="0"/>
              <a:t>	Page title lorem ipsum</a:t>
            </a:r>
          </a:p>
          <a:p>
            <a:pPr lvl="1"/>
            <a:endParaRPr lang="en-US" dirty="0"/>
          </a:p>
          <a:p>
            <a:r>
              <a:rPr lang="en-US" dirty="0"/>
              <a:t>04.</a:t>
            </a:r>
          </a:p>
          <a:p>
            <a:r>
              <a:rPr lang="en-US" dirty="0"/>
              <a:t>Section title</a:t>
            </a:r>
          </a:p>
          <a:p>
            <a:pPr lvl="1"/>
            <a:r>
              <a:rPr lang="en-US" dirty="0"/>
              <a:t>Second line</a:t>
            </a:r>
            <a:br>
              <a:rPr lang="en-US" dirty="0"/>
            </a:br>
            <a:endParaRPr lang="en-US" dirty="0"/>
          </a:p>
          <a:p>
            <a:pPr lvl="2"/>
            <a:r>
              <a:rPr lang="en-US" b="1" dirty="0"/>
              <a:t>4.1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4.2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4.3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4.4</a:t>
            </a:r>
            <a:r>
              <a:rPr lang="en-US" dirty="0"/>
              <a:t>	Page title lorem ipsum</a:t>
            </a:r>
          </a:p>
          <a:p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4A6D36-64E3-701B-A9D6-48CEE9E936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solidFill>
                  <a:schemeClr val="accent4"/>
                </a:solidFill>
              </a:rPr>
              <a:t>05.</a:t>
            </a:r>
          </a:p>
          <a:p>
            <a:r>
              <a:rPr lang="en-US" dirty="0">
                <a:solidFill>
                  <a:schemeClr val="accent4"/>
                </a:solidFill>
              </a:rPr>
              <a:t>Section title</a:t>
            </a:r>
          </a:p>
          <a:p>
            <a:pPr lvl="1"/>
            <a:r>
              <a:rPr lang="en-US" dirty="0"/>
              <a:t>Second line</a:t>
            </a:r>
            <a:br>
              <a:rPr lang="en-US" dirty="0"/>
            </a:br>
            <a:endParaRPr lang="en-US" dirty="0"/>
          </a:p>
          <a:p>
            <a:pPr lvl="2"/>
            <a:r>
              <a:rPr lang="en-US" b="1" dirty="0"/>
              <a:t>5.1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5.2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5.3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5.4</a:t>
            </a:r>
            <a:r>
              <a:rPr lang="en-US" dirty="0"/>
              <a:t>	Page title lorem ipsum</a:t>
            </a:r>
          </a:p>
          <a:p>
            <a:pPr lvl="1"/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06.</a:t>
            </a:r>
          </a:p>
          <a:p>
            <a:r>
              <a:rPr lang="en-US" dirty="0">
                <a:solidFill>
                  <a:schemeClr val="accent2"/>
                </a:solidFill>
              </a:rPr>
              <a:t>Section title</a:t>
            </a:r>
          </a:p>
          <a:p>
            <a:pPr lvl="1"/>
            <a:r>
              <a:rPr lang="en-US" dirty="0"/>
              <a:t>Second line</a:t>
            </a:r>
            <a:br>
              <a:rPr lang="en-US" dirty="0"/>
            </a:br>
            <a:endParaRPr lang="en-US" dirty="0"/>
          </a:p>
          <a:p>
            <a:pPr lvl="2"/>
            <a:r>
              <a:rPr lang="en-US" b="1" dirty="0"/>
              <a:t>6.1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6.2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6.3</a:t>
            </a:r>
            <a:r>
              <a:rPr lang="en-US" dirty="0"/>
              <a:t>	Page title lorem ipsum </a:t>
            </a:r>
          </a:p>
          <a:p>
            <a:pPr lvl="2"/>
            <a:r>
              <a:rPr lang="en-US" b="1" dirty="0"/>
              <a:t>6.4</a:t>
            </a:r>
            <a:r>
              <a:rPr lang="en-US" dirty="0"/>
              <a:t>	Page title lorem ipsum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9B034F-0F11-AEE8-7624-9F48E78699F5}"/>
              </a:ext>
            </a:extLst>
          </p:cNvPr>
          <p:cNvSpPr txBox="1"/>
          <p:nvPr/>
        </p:nvSpPr>
        <p:spPr>
          <a:xfrm>
            <a:off x="1031966" y="602197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AE" sz="1100" dirty="0" err="1"/>
          </a:p>
        </p:txBody>
      </p:sp>
    </p:spTree>
    <p:extLst>
      <p:ext uri="{BB962C8B-B14F-4D97-AF65-F5344CB8AC3E}">
        <p14:creationId xmlns:p14="http://schemas.microsoft.com/office/powerpoint/2010/main" val="2221652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7D7B-7D4F-B6D6-6ED1-6D321DE55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Divider:</a:t>
            </a:r>
            <a:br>
              <a:rPr lang="en-US" dirty="0"/>
            </a:br>
            <a:r>
              <a:rPr lang="en-US" dirty="0"/>
              <a:t>Image headline</a:t>
            </a:r>
            <a:br>
              <a:rPr lang="en-US" dirty="0"/>
            </a:br>
            <a:r>
              <a:rPr lang="en-US" dirty="0"/>
              <a:t>multi-line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28831-2D01-9D01-E1B8-4D5F2E518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01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5105C-2AD3-525A-E2DA-327EC75BEFA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B79FC3F-A03E-C372-58AB-F64728946E8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208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7D7B-7D4F-B6D6-6ED1-6D321DE55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Divider:</a:t>
            </a:r>
            <a:br>
              <a:rPr lang="en-US" dirty="0"/>
            </a:br>
            <a:r>
              <a:rPr lang="en-US" dirty="0"/>
              <a:t>Image headline</a:t>
            </a:r>
            <a:br>
              <a:rPr lang="en-US" dirty="0"/>
            </a:br>
            <a:r>
              <a:rPr lang="en-US" dirty="0"/>
              <a:t>multi-line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28831-2D01-9D01-E1B8-4D5F2E518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6AD04-C3A3-A3A5-F04F-23D6C3F785B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Presentation: Section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5105C-2AD3-525A-E2DA-327EC75BEFA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EFB0A-D1DD-6CCE-1DF4-4254966145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B79FC3F-A03E-C372-58AB-F64728946E8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303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57D7B-7D4F-B6D6-6ED1-6D321DE55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Divider:</a:t>
            </a:r>
            <a:br>
              <a:rPr lang="en-US" dirty="0"/>
            </a:br>
            <a:r>
              <a:rPr lang="en-US" dirty="0"/>
              <a:t>Image headline</a:t>
            </a:r>
            <a:br>
              <a:rPr lang="en-US" dirty="0"/>
            </a:br>
            <a:r>
              <a:rPr lang="en-US" dirty="0"/>
              <a:t>multi-line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28831-2D01-9D01-E1B8-4D5F2E518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6AD04-C3A3-A3A5-F04F-23D6C3F785B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Presentation: Section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5105C-2AD3-525A-E2DA-327EC75BEFA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EFB0A-D1DD-6CCE-1DF4-4254966145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B79FC3F-A03E-C372-58AB-F64728946E8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56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picture containing building, outdoor, mosque, place of worship&#10;&#10;Description automatically generated">
            <a:extLst>
              <a:ext uri="{FF2B5EF4-FFF2-40B4-BE49-F238E27FC236}">
                <a16:creationId xmlns:a16="http://schemas.microsoft.com/office/drawing/2014/main" id="{32CA9FAE-9EC0-9053-50F3-F11F4A5DF5F2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3657D7B-7D4F-B6D6-6ED1-6D321DE55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Divider:</a:t>
            </a:r>
            <a:br>
              <a:rPr lang="en-US" dirty="0"/>
            </a:br>
            <a:r>
              <a:rPr lang="en-US" dirty="0"/>
              <a:t>Image headline</a:t>
            </a:r>
            <a:br>
              <a:rPr lang="en-US" dirty="0"/>
            </a:br>
            <a:r>
              <a:rPr lang="en-US" dirty="0"/>
              <a:t>multi-line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B28831-2D01-9D01-E1B8-4D5F2E518B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01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6AD04-C3A3-A3A5-F04F-23D6C3F785B6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dirty="0"/>
              <a:t>Presentation: Section Title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35105C-2AD3-525A-E2DA-327EC75BEFA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0EFB0A-D1DD-6CCE-1DF4-42549661454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B79FC3F-A03E-C372-58AB-F64728946E8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559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Placeholder 35" descr="A picture containing building, mountain, stone, building material&#10;&#10;Description automatically generated">
            <a:extLst>
              <a:ext uri="{FF2B5EF4-FFF2-40B4-BE49-F238E27FC236}">
                <a16:creationId xmlns:a16="http://schemas.microsoft.com/office/drawing/2014/main" id="{669105FC-3275-16BC-C367-3ED9EE3FA09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6B779BB6-CC00-855B-5B42-532EBBC22F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44394" y="362604"/>
            <a:ext cx="990600" cy="981075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07DFB1C-0993-13A1-935F-CDBE94CFB7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76128" y="5515086"/>
            <a:ext cx="990600" cy="981075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4ACCCD77-056F-1E41-0318-57DB6FE1F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 bleed Breaker</a:t>
            </a:r>
            <a:br>
              <a:rPr lang="en-US" dirty="0"/>
            </a:br>
            <a:r>
              <a:rPr lang="en-US" dirty="0"/>
              <a:t>headline multi-line</a:t>
            </a:r>
            <a:br>
              <a:rPr lang="en-US" dirty="0"/>
            </a:br>
            <a:r>
              <a:rPr lang="en-US" dirty="0"/>
              <a:t>text lorem ipsum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027FE-C142-CC73-79BE-B28086AF6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3E8ED-E85A-E76C-0555-0B7472682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57417-51F2-26A8-5CA4-BFB5D4031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F05880F2-52C3-87A1-5E5D-4B6D5198E171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>
            <a:lvl1pPr marL="0" indent="0">
              <a:buNone/>
              <a:defRPr sz="16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Presentation: Section Title</a:t>
            </a:r>
          </a:p>
        </p:txBody>
      </p:sp>
    </p:spTree>
    <p:extLst>
      <p:ext uri="{BB962C8B-B14F-4D97-AF65-F5344CB8AC3E}">
        <p14:creationId xmlns:p14="http://schemas.microsoft.com/office/powerpoint/2010/main" val="2039037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Placeholder 36" descr="A person in a kayak on a river&#10;&#10;Description automatically generated with low confidence">
            <a:extLst>
              <a:ext uri="{FF2B5EF4-FFF2-40B4-BE49-F238E27FC236}">
                <a16:creationId xmlns:a16="http://schemas.microsoft.com/office/drawing/2014/main" id="{E13F02DA-DEC2-11DA-FADE-8109C3BCA7F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2880D-92BE-501C-CC76-AD891503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D2A0B-B408-8F9A-7EA6-5B63C0EDD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EBAA-0948-4AAE-C093-4E6AA46B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B78D08-1E53-353B-33E3-43DAA22A718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dirty="0"/>
              <a:t>Presentation: 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956D98-C84E-4425-8533-0C9E0B4FE1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</a:t>
            </a:r>
            <a:r>
              <a:rPr lang="en-US" dirty="0" err="1"/>
              <a:t>doloremagna</a:t>
            </a:r>
            <a:r>
              <a:rPr lang="en-US" dirty="0"/>
              <a:t> </a:t>
            </a:r>
            <a:r>
              <a:rPr lang="en-US" dirty="0" err="1"/>
              <a:t>aliqua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adminim</a:t>
            </a:r>
            <a:r>
              <a:rPr lang="en-US" dirty="0"/>
              <a:t>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nostrudexercitation</a:t>
            </a:r>
            <a:r>
              <a:rPr lang="en-US" dirty="0"/>
              <a:t> </a:t>
            </a:r>
            <a:r>
              <a:rPr lang="en-US" dirty="0" err="1"/>
              <a:t>ullam</a:t>
            </a:r>
            <a:r>
              <a:rPr lang="en-US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352FD9-17B8-B48C-EDE9-7E0625E3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+ Image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875FA75-F6B5-204E-B5B2-34EB7A36F3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 flipH="1">
            <a:off x="10844394" y="362604"/>
            <a:ext cx="990600" cy="981075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42E2D92A-3466-4448-CEE1-83F4AC1355D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16200000" flipV="1">
            <a:off x="6531208" y="5515086"/>
            <a:ext cx="990600" cy="98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622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2880D-92BE-501C-CC76-AD891503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D2A0B-B408-8F9A-7EA6-5B63C0EDD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EBAA-0948-4AAE-C093-4E6AA46B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B78D08-1E53-353B-33E3-43DAA22A718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dirty="0"/>
              <a:t>Presentation: 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956D98-C84E-4425-8533-0C9E0B4FE1E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br>
              <a:rPr lang="en-US" dirty="0"/>
            </a:br>
            <a:r>
              <a:rPr lang="en-US" dirty="0"/>
              <a:t>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</a:t>
            </a:r>
            <a:r>
              <a:rPr lang="en-US" dirty="0" err="1"/>
              <a:t>doloremagna</a:t>
            </a:r>
            <a:r>
              <a:rPr lang="en-US" dirty="0"/>
              <a:t> </a:t>
            </a:r>
            <a:r>
              <a:rPr lang="en-US" dirty="0" err="1"/>
              <a:t>aliqua</a:t>
            </a:r>
            <a:r>
              <a:rPr lang="en-US" dirty="0"/>
              <a:t>. </a:t>
            </a:r>
            <a:br>
              <a:rPr lang="en-US" dirty="0"/>
            </a:br>
            <a:r>
              <a:rPr lang="en-US" dirty="0"/>
              <a:t>Ut </a:t>
            </a:r>
            <a:r>
              <a:rPr lang="en-US" dirty="0" err="1"/>
              <a:t>enim</a:t>
            </a:r>
            <a:r>
              <a:rPr lang="en-US" dirty="0"/>
              <a:t> </a:t>
            </a:r>
            <a:r>
              <a:rPr lang="en-US" dirty="0" err="1"/>
              <a:t>adminim</a:t>
            </a:r>
            <a:r>
              <a:rPr lang="en-US" dirty="0"/>
              <a:t>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nostrudexercitation</a:t>
            </a:r>
            <a:r>
              <a:rPr lang="en-US" dirty="0"/>
              <a:t> </a:t>
            </a:r>
            <a:r>
              <a:rPr lang="en-US" dirty="0" err="1"/>
              <a:t>ullam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222F11-F966-990C-6A71-9D080E959BD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Headline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esse</a:t>
            </a:r>
            <a:r>
              <a:rPr lang="en-US" dirty="0"/>
              <a:t> </a:t>
            </a:r>
            <a:r>
              <a:rPr lang="en-US" dirty="0" err="1"/>
              <a:t>cillum</a:t>
            </a:r>
            <a:r>
              <a:rPr lang="en-US" dirty="0"/>
              <a:t> dolore </a:t>
            </a:r>
            <a:r>
              <a:rPr lang="en-US" dirty="0" err="1"/>
              <a:t>eu</a:t>
            </a:r>
            <a:r>
              <a:rPr lang="en-US" dirty="0"/>
              <a:t> </a:t>
            </a:r>
            <a:r>
              <a:rPr lang="en-US" dirty="0" err="1"/>
              <a:t>fugiat</a:t>
            </a:r>
            <a:r>
              <a:rPr lang="en-US" dirty="0"/>
              <a:t> </a:t>
            </a:r>
            <a:r>
              <a:rPr lang="en-US" dirty="0" err="1"/>
              <a:t>nulla</a:t>
            </a:r>
            <a:r>
              <a:rPr lang="en-US" dirty="0"/>
              <a:t> </a:t>
            </a:r>
            <a:r>
              <a:rPr lang="en-US" dirty="0" err="1"/>
              <a:t>pariatur</a:t>
            </a:r>
            <a:r>
              <a:rPr lang="en-US" dirty="0"/>
              <a:t>. </a:t>
            </a:r>
            <a:r>
              <a:rPr lang="en-US" dirty="0" err="1"/>
              <a:t>Excepteur</a:t>
            </a:r>
            <a:r>
              <a:rPr lang="en-US" dirty="0"/>
              <a:t> </a:t>
            </a:r>
            <a:r>
              <a:rPr lang="en-US" dirty="0" err="1"/>
              <a:t>sint</a:t>
            </a:r>
            <a:r>
              <a:rPr lang="en-US" dirty="0"/>
              <a:t> </a:t>
            </a:r>
            <a:r>
              <a:rPr lang="en-US" dirty="0" err="1"/>
              <a:t>occaecat</a:t>
            </a:r>
            <a:r>
              <a:rPr lang="en-US" dirty="0"/>
              <a:t> </a:t>
            </a:r>
            <a:r>
              <a:rPr lang="en-US" dirty="0" err="1"/>
              <a:t>cupidatat</a:t>
            </a:r>
            <a:r>
              <a:rPr lang="en-US" dirty="0"/>
              <a:t> non </a:t>
            </a:r>
            <a:r>
              <a:rPr lang="en-US" dirty="0" err="1"/>
              <a:t>proident</a:t>
            </a:r>
            <a:r>
              <a:rPr lang="en-US" dirty="0"/>
              <a:t>, sunt in culpa qui </a:t>
            </a:r>
            <a:r>
              <a:rPr lang="en-US" dirty="0" err="1"/>
              <a:t>officia</a:t>
            </a:r>
            <a:r>
              <a:rPr lang="en-US" dirty="0"/>
              <a:t> </a:t>
            </a:r>
            <a:r>
              <a:rPr lang="en-US" dirty="0" err="1"/>
              <a:t>deserunt</a:t>
            </a:r>
            <a:r>
              <a:rPr lang="en-US" dirty="0"/>
              <a:t> </a:t>
            </a:r>
            <a:r>
              <a:rPr lang="en-US" dirty="0" err="1"/>
              <a:t>mollit</a:t>
            </a:r>
            <a:r>
              <a:rPr lang="en-US" dirty="0"/>
              <a:t> anim.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352FD9-17B8-B48C-EDE9-7E0625E3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Column Introduction + Text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541C23D-B5FB-FF13-7511-48ABE2B17CEA}"/>
              </a:ext>
            </a:extLst>
          </p:cNvPr>
          <p:cNvSpPr txBox="1"/>
          <p:nvPr/>
        </p:nvSpPr>
        <p:spPr>
          <a:xfrm>
            <a:off x="6074229" y="333102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AE" sz="1100" dirty="0" err="1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E6BC17E-236C-EA48-2FCA-DF8CC85179D4}"/>
              </a:ext>
            </a:extLst>
          </p:cNvPr>
          <p:cNvSpPr txBox="1"/>
          <p:nvPr/>
        </p:nvSpPr>
        <p:spPr>
          <a:xfrm>
            <a:off x="6087291" y="2886891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AE" sz="1100" dirty="0" err="1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32A55A8-9FC5-903C-F31B-94C16E90ADB4}"/>
              </a:ext>
            </a:extLst>
          </p:cNvPr>
          <p:cNvCxnSpPr/>
          <p:nvPr/>
        </p:nvCxnSpPr>
        <p:spPr>
          <a:xfrm>
            <a:off x="6096000" y="2819400"/>
            <a:ext cx="0" cy="294005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9724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2880D-92BE-501C-CC76-AD891503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D2A0B-B408-8F9A-7EA6-5B63C0EDD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EBAA-0948-4AAE-C093-4E6AA46B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B78D08-1E53-353B-33E3-43DAA22A718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dirty="0"/>
              <a:t>Presentation: 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956D98-C84E-4425-8533-0C9E0B4FE1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1. Headline</a:t>
            </a:r>
          </a:p>
          <a:p>
            <a:pPr lvl="1"/>
            <a:r>
              <a:rPr lang="en-US" dirty="0"/>
              <a:t>Lorem ipsum dolor siting is 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seddo</a:t>
            </a:r>
            <a:r>
              <a:rPr lang="en-US" dirty="0"/>
              <a:t>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</a:t>
            </a:r>
            <a:r>
              <a:rPr lang="en-US" dirty="0" err="1"/>
              <a:t>exea</a:t>
            </a:r>
            <a:r>
              <a:rPr lang="en-US" dirty="0"/>
              <a:t> </a:t>
            </a:r>
            <a:r>
              <a:rPr lang="en-US" dirty="0" err="1"/>
              <a:t>commodo.Um</a:t>
            </a:r>
            <a:r>
              <a:rPr lang="en-US" dirty="0"/>
              <a:t> fugit </a:t>
            </a:r>
            <a:r>
              <a:rPr lang="en-US" dirty="0" err="1"/>
              <a:t>themmossimus</a:t>
            </a:r>
            <a:r>
              <a:rPr lang="en-US" dirty="0"/>
              <a:t> santos.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222F11-F966-990C-6A71-9D080E959B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2. Headline</a:t>
            </a:r>
          </a:p>
          <a:p>
            <a:pPr lvl="1"/>
            <a:r>
              <a:rPr lang="en-US" dirty="0"/>
              <a:t>Lorem ipsum dolor siting is 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seddo</a:t>
            </a:r>
            <a:r>
              <a:rPr lang="en-US" dirty="0"/>
              <a:t>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</a:t>
            </a:r>
            <a:r>
              <a:rPr lang="en-US" dirty="0" err="1"/>
              <a:t>exea</a:t>
            </a:r>
            <a:r>
              <a:rPr lang="en-US" dirty="0"/>
              <a:t> </a:t>
            </a:r>
            <a:r>
              <a:rPr lang="en-US" dirty="0" err="1"/>
              <a:t>commodo.Um</a:t>
            </a:r>
            <a:r>
              <a:rPr lang="en-US" dirty="0"/>
              <a:t> fugit </a:t>
            </a:r>
            <a:r>
              <a:rPr lang="en-US" dirty="0" err="1"/>
              <a:t>themmossimus</a:t>
            </a:r>
            <a:r>
              <a:rPr lang="en-US" dirty="0"/>
              <a:t> santos.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729B92-E002-D827-5011-5F7DC0D1FC6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3. Headline</a:t>
            </a:r>
          </a:p>
          <a:p>
            <a:pPr lvl="1"/>
            <a:r>
              <a:rPr lang="en-US" dirty="0"/>
              <a:t>Lorem ipsum dolor siting is 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seddo</a:t>
            </a:r>
            <a:r>
              <a:rPr lang="en-US" dirty="0"/>
              <a:t>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</a:t>
            </a:r>
            <a:r>
              <a:rPr lang="en-US" dirty="0" err="1"/>
              <a:t>exea</a:t>
            </a:r>
            <a:r>
              <a:rPr lang="en-US" dirty="0"/>
              <a:t> </a:t>
            </a:r>
            <a:r>
              <a:rPr lang="en-US" dirty="0" err="1"/>
              <a:t>commodo.Um</a:t>
            </a:r>
            <a:r>
              <a:rPr lang="en-US" dirty="0"/>
              <a:t> fugit </a:t>
            </a:r>
            <a:r>
              <a:rPr lang="en-US" dirty="0" err="1"/>
              <a:t>themmossimus</a:t>
            </a:r>
            <a:r>
              <a:rPr lang="en-US" dirty="0"/>
              <a:t> santos.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352FD9-17B8-B48C-EDE9-7E0625E3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Column Text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C863323-ABB8-2E10-F805-390A371E9B75}"/>
              </a:ext>
            </a:extLst>
          </p:cNvPr>
          <p:cNvCxnSpPr/>
          <p:nvPr/>
        </p:nvCxnSpPr>
        <p:spPr>
          <a:xfrm>
            <a:off x="4125912" y="2997200"/>
            <a:ext cx="0" cy="23976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5C84D34-1CA1-F79A-C753-E920F04B9CF4}"/>
              </a:ext>
            </a:extLst>
          </p:cNvPr>
          <p:cNvCxnSpPr/>
          <p:nvPr/>
        </p:nvCxnSpPr>
        <p:spPr>
          <a:xfrm>
            <a:off x="8059737" y="2997200"/>
            <a:ext cx="0" cy="23976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9523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2880D-92BE-501C-CC76-AD891503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D2A0B-B408-8F9A-7EA6-5B63C0EDD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EBAA-0948-4AAE-C093-4E6AA46B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B78D08-1E53-353B-33E3-43DAA22A718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dirty="0"/>
              <a:t>Presentation: 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956D98-C84E-4425-8533-0C9E0B4FE1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Headline</a:t>
            </a:r>
          </a:p>
          <a:p>
            <a:pPr lvl="1"/>
            <a:r>
              <a:rPr lang="en-US" dirty="0"/>
              <a:t>Lorem ipsum dolor siting is 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seddo</a:t>
            </a:r>
            <a:r>
              <a:rPr lang="en-US" dirty="0"/>
              <a:t>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</a:t>
            </a:r>
            <a:r>
              <a:rPr lang="en-US" dirty="0" err="1"/>
              <a:t>exea</a:t>
            </a:r>
            <a:r>
              <a:rPr lang="en-US" dirty="0"/>
              <a:t> </a:t>
            </a:r>
            <a:r>
              <a:rPr lang="en-US" dirty="0" err="1"/>
              <a:t>commodo.Um</a:t>
            </a:r>
            <a:r>
              <a:rPr lang="en-US" dirty="0"/>
              <a:t> fugit </a:t>
            </a:r>
            <a:r>
              <a:rPr lang="en-US" dirty="0" err="1"/>
              <a:t>themmossimus</a:t>
            </a:r>
            <a:r>
              <a:rPr lang="en-US" dirty="0"/>
              <a:t> santos.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222F11-F966-990C-6A71-9D080E959B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Headline</a:t>
            </a:r>
          </a:p>
          <a:p>
            <a:pPr lvl="1"/>
            <a:r>
              <a:rPr lang="en-US" dirty="0"/>
              <a:t>Lorem ipsum dolor siting is 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seddo</a:t>
            </a:r>
            <a:r>
              <a:rPr lang="en-US" dirty="0"/>
              <a:t>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</a:t>
            </a:r>
            <a:r>
              <a:rPr lang="en-US" dirty="0" err="1"/>
              <a:t>exea</a:t>
            </a:r>
            <a:r>
              <a:rPr lang="en-US" dirty="0"/>
              <a:t> </a:t>
            </a:r>
            <a:r>
              <a:rPr lang="en-US" dirty="0" err="1"/>
              <a:t>commodo.Um</a:t>
            </a:r>
            <a:r>
              <a:rPr lang="en-US" dirty="0"/>
              <a:t> fugit </a:t>
            </a:r>
            <a:r>
              <a:rPr lang="en-US" dirty="0" err="1"/>
              <a:t>themmossimus</a:t>
            </a:r>
            <a:r>
              <a:rPr lang="en-US" dirty="0"/>
              <a:t> santos.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729B92-E002-D827-5011-5F7DC0D1FC6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Headline</a:t>
            </a:r>
          </a:p>
          <a:p>
            <a:pPr lvl="1"/>
            <a:r>
              <a:rPr lang="en-US" dirty="0"/>
              <a:t>Lorem ipsum dolor siting is 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seddo</a:t>
            </a:r>
            <a:r>
              <a:rPr lang="en-US" dirty="0"/>
              <a:t>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</a:t>
            </a:r>
            <a:r>
              <a:rPr lang="en-US" dirty="0" err="1"/>
              <a:t>exea</a:t>
            </a:r>
            <a:r>
              <a:rPr lang="en-US" dirty="0"/>
              <a:t> </a:t>
            </a:r>
            <a:r>
              <a:rPr lang="en-US" dirty="0" err="1"/>
              <a:t>commodo.Um</a:t>
            </a:r>
            <a:r>
              <a:rPr lang="en-US" dirty="0"/>
              <a:t> fugit </a:t>
            </a:r>
            <a:r>
              <a:rPr lang="en-US" dirty="0" err="1"/>
              <a:t>themmossimus</a:t>
            </a:r>
            <a:r>
              <a:rPr lang="en-US" dirty="0"/>
              <a:t> santos.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352FD9-17B8-B48C-EDE9-7E0625E3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Column Text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2FBE1F-5577-9B7B-5A71-BB542E9FB7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Headline</a:t>
            </a:r>
          </a:p>
          <a:p>
            <a:pPr lvl="1"/>
            <a:r>
              <a:rPr lang="en-US" dirty="0"/>
              <a:t>Lorem ipsum dolor siting is 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</a:t>
            </a:r>
            <a:r>
              <a:rPr lang="en-US" dirty="0" err="1"/>
              <a:t>seddo</a:t>
            </a:r>
            <a:r>
              <a:rPr lang="en-US" dirty="0"/>
              <a:t>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</a:t>
            </a:r>
            <a:r>
              <a:rPr lang="en-US" dirty="0" err="1"/>
              <a:t>exea</a:t>
            </a:r>
            <a:r>
              <a:rPr lang="en-US" dirty="0"/>
              <a:t> </a:t>
            </a:r>
            <a:r>
              <a:rPr lang="en-US" dirty="0" err="1"/>
              <a:t>commodo.Um</a:t>
            </a:r>
            <a:r>
              <a:rPr lang="en-US" dirty="0"/>
              <a:t> fugit </a:t>
            </a:r>
            <a:r>
              <a:rPr lang="en-US" dirty="0" err="1"/>
              <a:t>themmossimus</a:t>
            </a:r>
            <a:r>
              <a:rPr lang="en-US" dirty="0"/>
              <a:t> santos.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1C71F9C-53C4-2D4A-C5D4-E8D0B5DB153A}"/>
              </a:ext>
            </a:extLst>
          </p:cNvPr>
          <p:cNvCxnSpPr/>
          <p:nvPr/>
        </p:nvCxnSpPr>
        <p:spPr>
          <a:xfrm>
            <a:off x="6091887" y="2514056"/>
            <a:ext cx="0" cy="23976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3231CFD-31BD-3783-0657-4EE5F5CC57BF}"/>
              </a:ext>
            </a:extLst>
          </p:cNvPr>
          <p:cNvCxnSpPr/>
          <p:nvPr/>
        </p:nvCxnSpPr>
        <p:spPr>
          <a:xfrm>
            <a:off x="9043544" y="2514056"/>
            <a:ext cx="0" cy="23976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CD2B3-CFF2-6AF2-BD16-552ED855B567}"/>
              </a:ext>
            </a:extLst>
          </p:cNvPr>
          <p:cNvCxnSpPr/>
          <p:nvPr/>
        </p:nvCxnSpPr>
        <p:spPr>
          <a:xfrm>
            <a:off x="3141429" y="2514056"/>
            <a:ext cx="0" cy="23976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53801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2880D-92BE-501C-CC76-AD891503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D2A0B-B408-8F9A-7EA6-5B63C0EDD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EBAA-0948-4AAE-C093-4E6AA46B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B78D08-1E53-353B-33E3-43DAA22A718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dirty="0"/>
              <a:t>Presentation: 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956D98-C84E-4425-8533-0C9E0B4FE1E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Headline</a:t>
            </a:r>
          </a:p>
          <a:p>
            <a:pPr lvl="1"/>
            <a:r>
              <a:rPr lang="en-US" dirty="0"/>
              <a:t>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conthesectetur</a:t>
            </a:r>
            <a:r>
              <a:rPr lang="en-US" dirty="0"/>
              <a:t> </a:t>
            </a:r>
            <a:r>
              <a:rPr lang="en-US" dirty="0" err="1"/>
              <a:t>adip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D222F11-F966-990C-6A71-9D080E959B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Headline</a:t>
            </a:r>
          </a:p>
          <a:p>
            <a:pPr lvl="1"/>
            <a:r>
              <a:rPr lang="en-US" dirty="0"/>
              <a:t>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conthesectetur</a:t>
            </a:r>
            <a:r>
              <a:rPr lang="en-US" dirty="0"/>
              <a:t> </a:t>
            </a:r>
            <a:r>
              <a:rPr lang="en-US" dirty="0" err="1"/>
              <a:t>adip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729B92-E002-D827-5011-5F7DC0D1FC6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Headline</a:t>
            </a:r>
          </a:p>
          <a:p>
            <a:pPr lvl="1"/>
            <a:r>
              <a:rPr lang="en-US" dirty="0"/>
              <a:t>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conthesectetur</a:t>
            </a:r>
            <a:r>
              <a:rPr lang="en-US" dirty="0"/>
              <a:t> </a:t>
            </a:r>
            <a:r>
              <a:rPr lang="en-US" dirty="0" err="1"/>
              <a:t>adip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352FD9-17B8-B48C-EDE9-7E0625E3C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Column Statistics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32FBE1F-5577-9B7B-5A71-BB542E9FB7C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Headline</a:t>
            </a:r>
          </a:p>
          <a:p>
            <a:pPr lvl="1"/>
            <a:r>
              <a:rPr lang="en-US" dirty="0"/>
              <a:t>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conthesectetur</a:t>
            </a:r>
            <a:r>
              <a:rPr lang="en-US" dirty="0"/>
              <a:t> </a:t>
            </a:r>
            <a:r>
              <a:rPr lang="en-US" dirty="0" err="1"/>
              <a:t>adip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F04C28D-438C-4F76-E3DE-2785F79E56A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19075" y="2313882"/>
            <a:ext cx="2743200" cy="1895475"/>
          </a:xfrm>
        </p:spPr>
        <p:txBody>
          <a:bodyPr/>
          <a:lstStyle/>
          <a:p>
            <a:r>
              <a:rPr lang="en-US" dirty="0"/>
              <a:t>100%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C37C339F-E432-44FE-D992-649C73146E5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22bn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115ED5CE-FEC6-E90E-E7BE-9C70D5F8977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r>
              <a:rPr lang="en-US" dirty="0"/>
              <a:t>75+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7F2D6D1A-14F0-33B5-44A1-62CFEB117D5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en-US" dirty="0"/>
              <a:t>44k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DC9BF04-C336-9CEB-28F0-413CEF1DD3B2}"/>
              </a:ext>
            </a:extLst>
          </p:cNvPr>
          <p:cNvCxnSpPr/>
          <p:nvPr/>
        </p:nvCxnSpPr>
        <p:spPr>
          <a:xfrm>
            <a:off x="6092823" y="2514056"/>
            <a:ext cx="0" cy="345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3892F73-1B5A-F270-57F2-1457DE10CF93}"/>
              </a:ext>
            </a:extLst>
          </p:cNvPr>
          <p:cNvCxnSpPr/>
          <p:nvPr/>
        </p:nvCxnSpPr>
        <p:spPr>
          <a:xfrm>
            <a:off x="9043456" y="2514056"/>
            <a:ext cx="0" cy="345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FFE9A04-2CC4-8953-5F19-83604747FF63}"/>
              </a:ext>
            </a:extLst>
          </p:cNvPr>
          <p:cNvCxnSpPr/>
          <p:nvPr/>
        </p:nvCxnSpPr>
        <p:spPr>
          <a:xfrm>
            <a:off x="3142190" y="2514056"/>
            <a:ext cx="0" cy="345600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3965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B2880D-92BE-501C-CC76-AD891503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D2A0B-B408-8F9A-7EA6-5B63C0EDD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EBAA-0948-4AAE-C093-4E6AA46B8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4B78D08-1E53-353B-33E3-43DAA22A7187}"/>
              </a:ext>
            </a:extLst>
          </p:cNvPr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rPr lang="en-US" dirty="0"/>
              <a:t>Presentation: Section Title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E93DA4DB-F0B8-96EA-102E-8B976FD5C9C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71475" y="2266950"/>
            <a:ext cx="3575050" cy="3359150"/>
          </a:xfrm>
        </p:spPr>
        <p:txBody>
          <a:bodyPr/>
          <a:lstStyle/>
          <a:p>
            <a:r>
              <a:rPr lang="en-US" dirty="0"/>
              <a:t>Headline</a:t>
            </a:r>
          </a:p>
          <a:p>
            <a:pPr lvl="1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</a:t>
            </a:r>
            <a:r>
              <a:rPr lang="en-US" dirty="0"/>
              <a:t> </a:t>
            </a:r>
            <a:r>
              <a:rPr lang="en-US" dirty="0" err="1"/>
              <a:t>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BAB38-8EDB-8900-81FD-730CD3F21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Chart + Text 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35E031BA-054C-B526-68AF-7D7AE0C899F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pt-BR" dirty="0"/>
              <a:t>Source: Lorem ipsum santo annum</a:t>
            </a:r>
          </a:p>
        </p:txBody>
      </p:sp>
      <p:graphicFrame>
        <p:nvGraphicFramePr>
          <p:cNvPr id="27" name="Content Placeholder 26">
            <a:extLst>
              <a:ext uri="{FF2B5EF4-FFF2-40B4-BE49-F238E27FC236}">
                <a16:creationId xmlns:a16="http://schemas.microsoft.com/office/drawing/2014/main" id="{89BA724D-76BC-62CF-07CC-888EC9194040}"/>
              </a:ext>
            </a:extLst>
          </p:cNvPr>
          <p:cNvGraphicFramePr>
            <a:graphicFrameLocks noGrp="1"/>
          </p:cNvGraphicFramePr>
          <p:nvPr>
            <p:ph sz="quarter" idx="18"/>
            <p:extLst>
              <p:ext uri="{D42A27DB-BD31-4B8C-83A1-F6EECF244321}">
                <p14:modId xmlns:p14="http://schemas.microsoft.com/office/powerpoint/2010/main" val="1660887545"/>
              </p:ext>
            </p:extLst>
          </p:nvPr>
        </p:nvGraphicFramePr>
        <p:xfrm>
          <a:off x="6484938" y="1138238"/>
          <a:ext cx="5335587" cy="5194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86050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" name="Table 14">
            <a:extLst>
              <a:ext uri="{FF2B5EF4-FFF2-40B4-BE49-F238E27FC236}">
                <a16:creationId xmlns:a16="http://schemas.microsoft.com/office/drawing/2014/main" id="{DEDA2BC8-0C5A-9062-AE28-23A0370C46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0119947"/>
              </p:ext>
            </p:extLst>
          </p:nvPr>
        </p:nvGraphicFramePr>
        <p:xfrm>
          <a:off x="371475" y="2052638"/>
          <a:ext cx="11458573" cy="3798000"/>
        </p:xfrm>
        <a:graphic>
          <a:graphicData uri="http://schemas.openxmlformats.org/drawingml/2006/table">
            <a:tbl>
              <a:tblPr firstRow="1">
                <a:tableStyleId>{69012ECD-51FC-41F1-AA8D-1B2483CD663E}</a:tableStyleId>
              </a:tblPr>
              <a:tblGrid>
                <a:gridCol w="1636939">
                  <a:extLst>
                    <a:ext uri="{9D8B030D-6E8A-4147-A177-3AD203B41FA5}">
                      <a16:colId xmlns:a16="http://schemas.microsoft.com/office/drawing/2014/main" val="899342993"/>
                    </a:ext>
                  </a:extLst>
                </a:gridCol>
                <a:gridCol w="1636939">
                  <a:extLst>
                    <a:ext uri="{9D8B030D-6E8A-4147-A177-3AD203B41FA5}">
                      <a16:colId xmlns:a16="http://schemas.microsoft.com/office/drawing/2014/main" val="2507538598"/>
                    </a:ext>
                  </a:extLst>
                </a:gridCol>
                <a:gridCol w="1636939">
                  <a:extLst>
                    <a:ext uri="{9D8B030D-6E8A-4147-A177-3AD203B41FA5}">
                      <a16:colId xmlns:a16="http://schemas.microsoft.com/office/drawing/2014/main" val="2740870383"/>
                    </a:ext>
                  </a:extLst>
                </a:gridCol>
                <a:gridCol w="1636939">
                  <a:extLst>
                    <a:ext uri="{9D8B030D-6E8A-4147-A177-3AD203B41FA5}">
                      <a16:colId xmlns:a16="http://schemas.microsoft.com/office/drawing/2014/main" val="2116223148"/>
                    </a:ext>
                  </a:extLst>
                </a:gridCol>
                <a:gridCol w="1636939">
                  <a:extLst>
                    <a:ext uri="{9D8B030D-6E8A-4147-A177-3AD203B41FA5}">
                      <a16:colId xmlns:a16="http://schemas.microsoft.com/office/drawing/2014/main" val="1407180697"/>
                    </a:ext>
                  </a:extLst>
                </a:gridCol>
                <a:gridCol w="1636939">
                  <a:extLst>
                    <a:ext uri="{9D8B030D-6E8A-4147-A177-3AD203B41FA5}">
                      <a16:colId xmlns:a16="http://schemas.microsoft.com/office/drawing/2014/main" val="3324864576"/>
                    </a:ext>
                  </a:extLst>
                </a:gridCol>
                <a:gridCol w="1636939">
                  <a:extLst>
                    <a:ext uri="{9D8B030D-6E8A-4147-A177-3AD203B41FA5}">
                      <a16:colId xmlns:a16="http://schemas.microsoft.com/office/drawing/2014/main" val="1062703502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r>
                        <a:rPr lang="en-US" sz="1100" dirty="0"/>
                        <a:t>Row</a:t>
                      </a:r>
                    </a:p>
                  </a:txBody>
                  <a:tcPr marL="54000" marR="5400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Column 1</a:t>
                      </a:r>
                    </a:p>
                  </a:txBody>
                  <a:tcPr marL="54000" marR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Column 2</a:t>
                      </a:r>
                    </a:p>
                  </a:txBody>
                  <a:tcPr marL="54000" marR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Column 3</a:t>
                      </a:r>
                    </a:p>
                  </a:txBody>
                  <a:tcPr marL="54000" marR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Column 4</a:t>
                      </a:r>
                    </a:p>
                  </a:txBody>
                  <a:tcPr marL="54000" marR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Column 5</a:t>
                      </a:r>
                    </a:p>
                  </a:txBody>
                  <a:tcPr marL="54000" marR="54000"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Column 6</a:t>
                      </a:r>
                    </a:p>
                  </a:txBody>
                  <a:tcPr marL="54000" marR="54000"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337902700"/>
                  </a:ext>
                </a:extLst>
              </a:tr>
              <a:tr h="70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7860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Row 1</a:t>
                      </a:r>
                    </a:p>
                  </a:txBody>
                  <a:tcPr marL="54000" marR="54000" marT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 landel estis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arit, im enti 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 landel estis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arit, im enti 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729419"/>
                  </a:ext>
                </a:extLst>
              </a:tr>
              <a:tr h="70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7860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Row 2</a:t>
                      </a:r>
                    </a:p>
                  </a:txBody>
                  <a:tcPr marL="54000" marR="54000" marT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 landel estis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arit, im enti 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 landel estis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arit, im enti 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 landel estis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arit, im enti 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632511"/>
                  </a:ext>
                </a:extLst>
              </a:tr>
              <a:tr h="70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7860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Row 3</a:t>
                      </a:r>
                    </a:p>
                  </a:txBody>
                  <a:tcPr marL="54000" marR="54000" marT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 landel estis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arit, im enti 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 landel estis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arit, im enti 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589391"/>
                  </a:ext>
                </a:extLst>
              </a:tr>
              <a:tr h="70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7860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Row 4</a:t>
                      </a:r>
                    </a:p>
                  </a:txBody>
                  <a:tcPr marL="54000" marR="54000" marT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 landel estis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arit, im enti 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 landel estis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arit, im enti 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 landel estis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arit, im enti 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1770507"/>
                  </a:ext>
                </a:extLst>
              </a:tr>
              <a:tr h="702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77860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Row 5</a:t>
                      </a:r>
                    </a:p>
                  </a:txBody>
                  <a:tcPr marL="54000" marR="54000" marT="14400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2D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Nulluptat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landel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estis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arit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im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enti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sz="11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iliquod</a:t>
                      </a: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L="54000" marR="54000" marT="144000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441437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4787C0-39F2-9742-E949-25F254C8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A0135-DB82-EEA8-2DDE-C5AE36A3B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49129-ED03-3ACC-D814-2407EA04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1E1B229-BD4B-AF64-8B69-B33E6D92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5DAD4E-341A-0E96-FF97-5CE5C4B8119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Presentation: Section Title</a:t>
            </a:r>
          </a:p>
        </p:txBody>
      </p:sp>
    </p:spTree>
    <p:extLst>
      <p:ext uri="{BB962C8B-B14F-4D97-AF65-F5344CB8AC3E}">
        <p14:creationId xmlns:p14="http://schemas.microsoft.com/office/powerpoint/2010/main" val="3768775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4787C0-39F2-9742-E949-25F254C8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A0135-DB82-EEA8-2DDE-C5AE36A3B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49129-ED03-3ACC-D814-2407EA04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1E1B229-BD4B-AF64-8B69-B33E6D92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5DAD4E-341A-0E96-FF97-5CE5C4B8119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Presentation: Section Title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55C779E4-34C1-7751-0E05-EC2E641655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9043819"/>
              </p:ext>
            </p:extLst>
          </p:nvPr>
        </p:nvGraphicFramePr>
        <p:xfrm>
          <a:off x="371475" y="2052638"/>
          <a:ext cx="11458570" cy="4269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45857">
                  <a:extLst>
                    <a:ext uri="{9D8B030D-6E8A-4147-A177-3AD203B41FA5}">
                      <a16:colId xmlns:a16="http://schemas.microsoft.com/office/drawing/2014/main" val="931608235"/>
                    </a:ext>
                  </a:extLst>
                </a:gridCol>
                <a:gridCol w="1145857">
                  <a:extLst>
                    <a:ext uri="{9D8B030D-6E8A-4147-A177-3AD203B41FA5}">
                      <a16:colId xmlns:a16="http://schemas.microsoft.com/office/drawing/2014/main" val="2824765802"/>
                    </a:ext>
                  </a:extLst>
                </a:gridCol>
                <a:gridCol w="1145857">
                  <a:extLst>
                    <a:ext uri="{9D8B030D-6E8A-4147-A177-3AD203B41FA5}">
                      <a16:colId xmlns:a16="http://schemas.microsoft.com/office/drawing/2014/main" val="3515242780"/>
                    </a:ext>
                  </a:extLst>
                </a:gridCol>
                <a:gridCol w="1145857">
                  <a:extLst>
                    <a:ext uri="{9D8B030D-6E8A-4147-A177-3AD203B41FA5}">
                      <a16:colId xmlns:a16="http://schemas.microsoft.com/office/drawing/2014/main" val="1874400203"/>
                    </a:ext>
                  </a:extLst>
                </a:gridCol>
                <a:gridCol w="1145857">
                  <a:extLst>
                    <a:ext uri="{9D8B030D-6E8A-4147-A177-3AD203B41FA5}">
                      <a16:colId xmlns:a16="http://schemas.microsoft.com/office/drawing/2014/main" val="1763875343"/>
                    </a:ext>
                  </a:extLst>
                </a:gridCol>
                <a:gridCol w="1145857">
                  <a:extLst>
                    <a:ext uri="{9D8B030D-6E8A-4147-A177-3AD203B41FA5}">
                      <a16:colId xmlns:a16="http://schemas.microsoft.com/office/drawing/2014/main" val="4171394466"/>
                    </a:ext>
                  </a:extLst>
                </a:gridCol>
                <a:gridCol w="1145857">
                  <a:extLst>
                    <a:ext uri="{9D8B030D-6E8A-4147-A177-3AD203B41FA5}">
                      <a16:colId xmlns:a16="http://schemas.microsoft.com/office/drawing/2014/main" val="180754813"/>
                    </a:ext>
                  </a:extLst>
                </a:gridCol>
                <a:gridCol w="1145857">
                  <a:extLst>
                    <a:ext uri="{9D8B030D-6E8A-4147-A177-3AD203B41FA5}">
                      <a16:colId xmlns:a16="http://schemas.microsoft.com/office/drawing/2014/main" val="1684432335"/>
                    </a:ext>
                  </a:extLst>
                </a:gridCol>
                <a:gridCol w="1145857">
                  <a:extLst>
                    <a:ext uri="{9D8B030D-6E8A-4147-A177-3AD203B41FA5}">
                      <a16:colId xmlns:a16="http://schemas.microsoft.com/office/drawing/2014/main" val="1459901197"/>
                    </a:ext>
                  </a:extLst>
                </a:gridCol>
                <a:gridCol w="1145857">
                  <a:extLst>
                    <a:ext uri="{9D8B030D-6E8A-4147-A177-3AD203B41FA5}">
                      <a16:colId xmlns:a16="http://schemas.microsoft.com/office/drawing/2014/main" val="3410935775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Market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2022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2023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31358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Subject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Subject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Subject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Subject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Subject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Subject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Subject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Subject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Subject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8993487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UK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2186210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Germany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5655675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US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93%</a:t>
                      </a:r>
                      <a:endParaRPr lang="en-US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55%</a:t>
                      </a:r>
                      <a:endParaRPr lang="en-US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56%</a:t>
                      </a:r>
                      <a:endParaRPr lang="en-US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4407172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India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479285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China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2627682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Russia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32%</a:t>
                      </a:r>
                      <a:endParaRPr lang="en-US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44%</a:t>
                      </a:r>
                      <a:endParaRPr lang="en-US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156397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France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25146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Italy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41%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737340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Australia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93%</a:t>
                      </a:r>
                      <a:endParaRPr lang="en-US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55%</a:t>
                      </a:r>
                      <a:endParaRPr lang="en-US" sz="1100" kern="120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7806800"/>
                  </a:ext>
                </a:extLst>
              </a:tr>
              <a:tr h="352800"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Saudi Arabia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38%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44%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93%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noProof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56%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77835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91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4787C0-39F2-9742-E949-25F254C89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© Department of Culture &amp; Tourism Abu Dhabi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AA0135-DB82-EEA8-2DDE-C5AE36A3B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549129-ED03-3ACC-D814-2407EA04F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75096-6367-4A46-9B35-1C341654C78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1E1B229-BD4B-AF64-8B69-B33E6D92DF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F5DAD4E-341A-0E96-FF97-5CE5C4B81194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rPr lang="en-US" dirty="0"/>
              <a:t>Presentation: Section Title</a:t>
            </a:r>
          </a:p>
        </p:txBody>
      </p:sp>
      <p:graphicFrame>
        <p:nvGraphicFramePr>
          <p:cNvPr id="9" name="Table 10">
            <a:extLst>
              <a:ext uri="{FF2B5EF4-FFF2-40B4-BE49-F238E27FC236}">
                <a16:creationId xmlns:a16="http://schemas.microsoft.com/office/drawing/2014/main" id="{92960624-4359-63BD-C526-8E4233DD77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0654545"/>
              </p:ext>
            </p:extLst>
          </p:nvPr>
        </p:nvGraphicFramePr>
        <p:xfrm>
          <a:off x="3446463" y="1138238"/>
          <a:ext cx="7593013" cy="4579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35244">
                  <a:extLst>
                    <a:ext uri="{9D8B030D-6E8A-4147-A177-3AD203B41FA5}">
                      <a16:colId xmlns:a16="http://schemas.microsoft.com/office/drawing/2014/main" val="1535889180"/>
                    </a:ext>
                  </a:extLst>
                </a:gridCol>
                <a:gridCol w="2285923">
                  <a:extLst>
                    <a:ext uri="{9D8B030D-6E8A-4147-A177-3AD203B41FA5}">
                      <a16:colId xmlns:a16="http://schemas.microsoft.com/office/drawing/2014/main" val="852736780"/>
                    </a:ext>
                  </a:extLst>
                </a:gridCol>
                <a:gridCol w="2285923">
                  <a:extLst>
                    <a:ext uri="{9D8B030D-6E8A-4147-A177-3AD203B41FA5}">
                      <a16:colId xmlns:a16="http://schemas.microsoft.com/office/drawing/2014/main" val="2537589399"/>
                    </a:ext>
                  </a:extLst>
                </a:gridCol>
                <a:gridCol w="2285923">
                  <a:extLst>
                    <a:ext uri="{9D8B030D-6E8A-4147-A177-3AD203B41FA5}">
                      <a16:colId xmlns:a16="http://schemas.microsoft.com/office/drawing/2014/main" val="2332028506"/>
                    </a:ext>
                  </a:extLst>
                </a:gridCol>
              </a:tblGrid>
              <a:tr h="763200">
                <a:tc>
                  <a:txBody>
                    <a:bodyPr/>
                    <a:lstStyle/>
                    <a:p>
                      <a:pPr algn="ctr"/>
                      <a:endParaRPr 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Subject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Subject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Subject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844924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pPr algn="ctr"/>
                      <a:r>
                        <a:rPr lang="en-US" sz="1000" b="1" dirty="0">
                          <a:solidFill>
                            <a:schemeClr val="bg1"/>
                          </a:solidFill>
                        </a:rPr>
                        <a:t>Priority 1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489047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Priority 2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665517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Priority 3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905088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Priority 4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alpha val="2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9048483"/>
                  </a:ext>
                </a:extLst>
              </a:tr>
              <a:tr h="7632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Priority 5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  <a:endParaRPr kumimoji="0" lang="en-US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rporate S"/>
                        <a:ea typeface="+mn-ea"/>
                        <a:cs typeface="+mn-cs"/>
                      </a:endParaRP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rporate S"/>
                          <a:ea typeface="+mn-ea"/>
                          <a:cs typeface="+mn-cs"/>
                        </a:rPr>
                        <a:t>Lorem ipsum</a:t>
                      </a:r>
                    </a:p>
                  </a:txBody>
                  <a:tcPr marB="108000" anchor="b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0354912"/>
                  </a:ext>
                </a:extLst>
              </a:tr>
            </a:tbl>
          </a:graphicData>
        </a:graphic>
      </p:graphicFrame>
      <p:pic>
        <p:nvPicPr>
          <p:cNvPr id="76" name="Graphic 75">
            <a:extLst>
              <a:ext uri="{FF2B5EF4-FFF2-40B4-BE49-F238E27FC236}">
                <a16:creationId xmlns:a16="http://schemas.microsoft.com/office/drawing/2014/main" id="{9A72BF2E-3D33-37EB-B090-E872574F45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2363" b="88298"/>
          <a:stretch/>
        </p:blipFill>
        <p:spPr>
          <a:xfrm>
            <a:off x="5153820" y="1984477"/>
            <a:ext cx="378300" cy="400583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D83C6330-61B7-A58C-4657-666271B5B39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2363" b="88298"/>
          <a:stretch/>
        </p:blipFill>
        <p:spPr>
          <a:xfrm>
            <a:off x="5153820" y="3500857"/>
            <a:ext cx="378300" cy="400583"/>
          </a:xfrm>
          <a:prstGeom prst="rect">
            <a:avLst/>
          </a:prstGeom>
        </p:spPr>
      </p:pic>
      <p:pic>
        <p:nvPicPr>
          <p:cNvPr id="78" name="Graphic 77">
            <a:extLst>
              <a:ext uri="{FF2B5EF4-FFF2-40B4-BE49-F238E27FC236}">
                <a16:creationId xmlns:a16="http://schemas.microsoft.com/office/drawing/2014/main" id="{91A5B6C3-6099-A1F2-C2C5-112F10B2DF7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92363" b="88298"/>
          <a:stretch/>
        </p:blipFill>
        <p:spPr>
          <a:xfrm>
            <a:off x="5153820" y="5024857"/>
            <a:ext cx="378300" cy="400583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DCD69F7B-3C71-6AD6-F574-6626DE5927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052" r="92363" b="64755"/>
          <a:stretch/>
        </p:blipFill>
        <p:spPr>
          <a:xfrm>
            <a:off x="5153820" y="2705100"/>
            <a:ext cx="378300" cy="485856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E3CEBCA5-BFD7-ADF2-5631-AF923E7548E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1052" r="92363" b="64755"/>
          <a:stretch/>
        </p:blipFill>
        <p:spPr>
          <a:xfrm>
            <a:off x="5153820" y="4221480"/>
            <a:ext cx="378300" cy="485856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360ECE1A-21C1-4EED-DBB2-4FF04AA901F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26" r="45137" b="88298"/>
          <a:stretch/>
        </p:blipFill>
        <p:spPr>
          <a:xfrm>
            <a:off x="7394100" y="1984477"/>
            <a:ext cx="477360" cy="400583"/>
          </a:xfrm>
          <a:prstGeom prst="rect">
            <a:avLst/>
          </a:prstGeom>
        </p:spPr>
      </p:pic>
      <p:pic>
        <p:nvPicPr>
          <p:cNvPr id="82" name="Graphic 81">
            <a:extLst>
              <a:ext uri="{FF2B5EF4-FFF2-40B4-BE49-F238E27FC236}">
                <a16:creationId xmlns:a16="http://schemas.microsoft.com/office/drawing/2014/main" id="{871CA38F-6FDB-FA43-7EFB-9B0C9F88404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26" r="45137" b="88298"/>
          <a:stretch/>
        </p:blipFill>
        <p:spPr>
          <a:xfrm>
            <a:off x="7394100" y="3516097"/>
            <a:ext cx="477360" cy="400583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95126D15-25D5-FB47-F09D-0AAD9AE629F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26" r="45137" b="88298"/>
          <a:stretch/>
        </p:blipFill>
        <p:spPr>
          <a:xfrm>
            <a:off x="7394100" y="5032477"/>
            <a:ext cx="477360" cy="400583"/>
          </a:xfrm>
          <a:prstGeom prst="rect">
            <a:avLst/>
          </a:prstGeom>
        </p:spPr>
      </p:pic>
      <p:pic>
        <p:nvPicPr>
          <p:cNvPr id="84" name="Graphic 83">
            <a:extLst>
              <a:ext uri="{FF2B5EF4-FFF2-40B4-BE49-F238E27FC236}">
                <a16:creationId xmlns:a16="http://schemas.microsoft.com/office/drawing/2014/main" id="{0EA2F0D2-CC67-E906-B2E9-60F10576D6D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26" t="22041" r="45137" b="66257"/>
          <a:stretch/>
        </p:blipFill>
        <p:spPr>
          <a:xfrm>
            <a:off x="7394100" y="2738857"/>
            <a:ext cx="477360" cy="400583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B5B54E4B-EA3B-9437-F3CA-F0F49AC2CAA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26" t="22041" r="45137" b="66257"/>
          <a:stretch/>
        </p:blipFill>
        <p:spPr>
          <a:xfrm>
            <a:off x="7394100" y="4270477"/>
            <a:ext cx="477360" cy="400583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A8B511CA-59CF-330F-68AD-2788E5696EB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1888" r="-61" b="88298"/>
          <a:stretch/>
        </p:blipFill>
        <p:spPr>
          <a:xfrm>
            <a:off x="9702607" y="1984477"/>
            <a:ext cx="404813" cy="400583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20B50216-B87F-47FC-E66C-97FDB33CF92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1620" t="23744" r="-33" b="64554"/>
          <a:stretch/>
        </p:blipFill>
        <p:spPr>
          <a:xfrm>
            <a:off x="9689307" y="2796890"/>
            <a:ext cx="416718" cy="400583"/>
          </a:xfrm>
          <a:prstGeom prst="rect">
            <a:avLst/>
          </a:prstGeom>
        </p:spPr>
      </p:pic>
      <p:pic>
        <p:nvPicPr>
          <p:cNvPr id="88" name="Graphic 87">
            <a:extLst>
              <a:ext uri="{FF2B5EF4-FFF2-40B4-BE49-F238E27FC236}">
                <a16:creationId xmlns:a16="http://schemas.microsoft.com/office/drawing/2014/main" id="{F0FCC66E-B7A9-862D-6903-41851B6F7DA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1888" r="-61" b="88298"/>
          <a:stretch/>
        </p:blipFill>
        <p:spPr>
          <a:xfrm>
            <a:off x="9702607" y="3508944"/>
            <a:ext cx="404813" cy="400583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87F411ED-1D7C-B8A6-37CD-2E6E04B0D9D6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1888" r="-61" b="88298"/>
          <a:stretch/>
        </p:blipFill>
        <p:spPr>
          <a:xfrm>
            <a:off x="9702607" y="5026594"/>
            <a:ext cx="404813" cy="400583"/>
          </a:xfrm>
          <a:prstGeom prst="rect">
            <a:avLst/>
          </a:prstGeom>
        </p:spPr>
      </p:pic>
      <p:pic>
        <p:nvPicPr>
          <p:cNvPr id="90" name="Graphic 89">
            <a:extLst>
              <a:ext uri="{FF2B5EF4-FFF2-40B4-BE49-F238E27FC236}">
                <a16:creationId xmlns:a16="http://schemas.microsoft.com/office/drawing/2014/main" id="{B1811552-315A-7437-EC33-888C6BA50C81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1620" t="23744" r="-33" b="64554"/>
          <a:stretch/>
        </p:blipFill>
        <p:spPr>
          <a:xfrm>
            <a:off x="9689307" y="4317715"/>
            <a:ext cx="416718" cy="40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955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C681-F40E-8F85-60FB-2C4080A26A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31843630"/>
      </p:ext>
    </p:extLst>
  </p:cSld>
  <p:clrMapOvr>
    <a:masterClrMapping/>
  </p:clrMapOvr>
</p:sld>
</file>

<file path=ppt/theme/theme1.xml><?xml version="1.0" encoding="utf-8"?>
<a:theme xmlns:a="http://schemas.openxmlformats.org/drawingml/2006/main" name="DCT-Feb23">
  <a:themeElements>
    <a:clrScheme name="DCT">
      <a:dk1>
        <a:sysClr val="windowText" lastClr="000000"/>
      </a:dk1>
      <a:lt1>
        <a:sysClr val="window" lastClr="FFFFFF"/>
      </a:lt1>
      <a:dk2>
        <a:srgbClr val="F77860"/>
      </a:dk2>
      <a:lt2>
        <a:srgbClr val="E3DCD3"/>
      </a:lt2>
      <a:accent1>
        <a:srgbClr val="F77860"/>
      </a:accent1>
      <a:accent2>
        <a:srgbClr val="CD3151"/>
      </a:accent2>
      <a:accent3>
        <a:srgbClr val="4832B8"/>
      </a:accent3>
      <a:accent4>
        <a:srgbClr val="1C9667"/>
      </a:accent4>
      <a:accent5>
        <a:srgbClr val="E3DCD3"/>
      </a:accent5>
      <a:accent6>
        <a:srgbClr val="F77860"/>
      </a:accent6>
      <a:hlink>
        <a:srgbClr val="F77860"/>
      </a:hlink>
      <a:folHlink>
        <a:srgbClr val="4832B8"/>
      </a:folHlink>
    </a:clrScheme>
    <a:fontScheme name="DCT Corporate S">
      <a:majorFont>
        <a:latin typeface="Corporate S"/>
        <a:ea typeface=""/>
        <a:cs typeface=""/>
      </a:majorFont>
      <a:minorFont>
        <a:latin typeface="Corporate 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defRPr sz="11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omola-v1" id="{6F026CD1-82BA-4210-AA95-7C51B50889F2}" vid="{F145A1CA-3500-4D7F-B498-3DD93CC30C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BBA2E18CF93644924272A722A655A2" ma:contentTypeVersion="4" ma:contentTypeDescription="Create a new document." ma:contentTypeScope="" ma:versionID="0338fcaf1a03a5eec2a8e41ffb8b86ad">
  <xsd:schema xmlns:xsd="http://www.w3.org/2001/XMLSchema" xmlns:xs="http://www.w3.org/2001/XMLSchema" xmlns:p="http://schemas.microsoft.com/office/2006/metadata/properties" xmlns:ns2="d8422920-5e42-4992-b637-ba859d1e4bb0" xmlns:ns3="b457ef18-3a79-468f-90c4-984a75aa0edf" targetNamespace="http://schemas.microsoft.com/office/2006/metadata/properties" ma:root="true" ma:fieldsID="d90527573a6ad6c108c92d324e484a81" ns2:_="" ns3:_="">
    <xsd:import namespace="d8422920-5e42-4992-b637-ba859d1e4bb0"/>
    <xsd:import namespace="b457ef18-3a79-468f-90c4-984a75aa0ed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422920-5e42-4992-b637-ba859d1e4b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457ef18-3a79-468f-90c4-984a75aa0ed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AF7F6B7-F10D-445A-A4EF-0D05102D45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55BCB2-917B-438B-A029-FF7362D6CC10}"/>
</file>

<file path=customXml/itemProps3.xml><?xml version="1.0" encoding="utf-8"?>
<ds:datastoreItem xmlns:ds="http://schemas.openxmlformats.org/officeDocument/2006/customXml" ds:itemID="{06D43E5D-E4B1-4451-A9C1-632EF4F859A0}"/>
</file>

<file path=docProps/app.xml><?xml version="1.0" encoding="utf-8"?>
<Properties xmlns="http://schemas.openxmlformats.org/officeDocument/2006/extended-properties" xmlns:vt="http://schemas.openxmlformats.org/officeDocument/2006/docPropsVTypes">
  <Template>Romola-v1</Template>
  <TotalTime>2194</TotalTime>
  <Words>1681</Words>
  <Application>Microsoft Macintosh PowerPoint</Application>
  <PresentationFormat>Widescreen</PresentationFormat>
  <Paragraphs>375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Corporate S</vt:lpstr>
      <vt:lpstr>Calibri</vt:lpstr>
      <vt:lpstr>Arial</vt:lpstr>
      <vt:lpstr>DCT-Feb23</vt:lpstr>
      <vt:lpstr>Cover split: headline  multi-line </vt:lpstr>
      <vt:lpstr>Cover split: headline  multi-line </vt:lpstr>
      <vt:lpstr>Cover split: headline  multi-line </vt:lpstr>
      <vt:lpstr>Contents</vt:lpstr>
      <vt:lpstr>Section Divider: Image headline multi-line text</vt:lpstr>
      <vt:lpstr>Section Divider: Image headline multi-line text</vt:lpstr>
      <vt:lpstr>Section Divider: Image headline multi-line text</vt:lpstr>
      <vt:lpstr>Section Divider: Image headline multi-line text</vt:lpstr>
      <vt:lpstr>Full bleed Breaker headline multi-line text lorem ipsum </vt:lpstr>
      <vt:lpstr>Introduction + Image</vt:lpstr>
      <vt:lpstr>Two Column Introduction + Text</vt:lpstr>
      <vt:lpstr>Three Column Text</vt:lpstr>
      <vt:lpstr>Four Column Text</vt:lpstr>
      <vt:lpstr>Four Column Statistics</vt:lpstr>
      <vt:lpstr>Chart + Text </vt:lpstr>
      <vt:lpstr>Table</vt:lpstr>
      <vt:lpstr>Table</vt:lpstr>
      <vt:lpstr>Table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Tony Batt</dc:creator>
  <cp:lastModifiedBy>Mira Al-Abdulla</cp:lastModifiedBy>
  <cp:revision>91</cp:revision>
  <dcterms:created xsi:type="dcterms:W3CDTF">2023-02-06T14:21:45Z</dcterms:created>
  <dcterms:modified xsi:type="dcterms:W3CDTF">2023-04-07T07:42:57Z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0x0101002DBBA2E18CF93644924272A722A655A2</vt:lpwstr>
  </property>
</Properties>
</file>